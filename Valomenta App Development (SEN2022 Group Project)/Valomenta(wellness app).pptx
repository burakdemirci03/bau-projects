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sldIdLst>
    <p:sldId id="256" r:id="rId2"/>
    <p:sldId id="257" r:id="rId3"/>
    <p:sldId id="259" r:id="rId4"/>
    <p:sldId id="260" r:id="rId5"/>
    <p:sldId id="282" r:id="rId6"/>
    <p:sldId id="262" r:id="rId7"/>
    <p:sldId id="289" r:id="rId8"/>
    <p:sldId id="263" r:id="rId9"/>
    <p:sldId id="291" r:id="rId10"/>
    <p:sldId id="290" r:id="rId11"/>
    <p:sldId id="293" r:id="rId12"/>
    <p:sldId id="300" r:id="rId13"/>
    <p:sldId id="294" r:id="rId14"/>
    <p:sldId id="292" r:id="rId15"/>
    <p:sldId id="299" r:id="rId16"/>
    <p:sldId id="295" r:id="rId17"/>
    <p:sldId id="296" r:id="rId18"/>
    <p:sldId id="297" r:id="rId19"/>
    <p:sldId id="301" r:id="rId20"/>
    <p:sldId id="302" r:id="rId21"/>
    <p:sldId id="303" r:id="rId22"/>
    <p:sldId id="304" r:id="rId23"/>
    <p:sldId id="305" r:id="rId24"/>
    <p:sldId id="306" r:id="rId25"/>
    <p:sldId id="307" r:id="rId26"/>
    <p:sldId id="308" r:id="rId27"/>
    <p:sldId id="309" r:id="rId28"/>
    <p:sldId id="310" r:id="rId29"/>
    <p:sldId id="311" r:id="rId30"/>
    <p:sldId id="319" r:id="rId31"/>
    <p:sldId id="320" r:id="rId32"/>
    <p:sldId id="314" r:id="rId33"/>
    <p:sldId id="321" r:id="rId34"/>
    <p:sldId id="322" r:id="rId35"/>
    <p:sldId id="312" r:id="rId36"/>
    <p:sldId id="316" r:id="rId37"/>
    <p:sldId id="317" r:id="rId38"/>
    <p:sldId id="264" r:id="rId39"/>
    <p:sldId id="323" r:id="rId40"/>
    <p:sldId id="266" r:id="rId41"/>
    <p:sldId id="269" r:id="rId42"/>
    <p:sldId id="270" r:id="rId43"/>
    <p:sldId id="271" r:id="rId44"/>
    <p:sldId id="272" r:id="rId45"/>
    <p:sldId id="273" r:id="rId46"/>
    <p:sldId id="274" r:id="rId47"/>
    <p:sldId id="275" r:id="rId48"/>
    <p:sldId id="276" r:id="rId49"/>
    <p:sldId id="277" r:id="rId50"/>
    <p:sldId id="278" r:id="rId51"/>
    <p:sldId id="279" r:id="rId52"/>
    <p:sldId id="280" r:id="rId53"/>
    <p:sldId id="281" r:id="rId54"/>
    <p:sldId id="267" r:id="rId55"/>
    <p:sldId id="283" r:id="rId56"/>
    <p:sldId id="284" r:id="rId57"/>
    <p:sldId id="285" r:id="rId58"/>
    <p:sldId id="286" r:id="rId59"/>
    <p:sldId id="287" r:id="rId60"/>
    <p:sldId id="288" r:id="rId61"/>
    <p:sldId id="324" r:id="rId62"/>
    <p:sldId id="325" r:id="rId63"/>
    <p:sldId id="326" r:id="rId64"/>
    <p:sldId id="327" r:id="rId65"/>
    <p:sldId id="328" r:id="rId66"/>
    <p:sldId id="332" r:id="rId67"/>
    <p:sldId id="329" r:id="rId68"/>
    <p:sldId id="330" r:id="rId69"/>
    <p:sldId id="331" r:id="rId70"/>
    <p:sldId id="265"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94B478-59E1-4275-BFBF-69BD8572E3B2}" v="2" dt="2024-12-18T16:38:41.220"/>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05"/>
    <p:restoredTop sz="95685"/>
  </p:normalViewPr>
  <p:slideViewPr>
    <p:cSldViewPr snapToGrid="0">
      <p:cViewPr varScale="1">
        <p:scale>
          <a:sx n="121" d="100"/>
          <a:sy n="121" d="100"/>
        </p:scale>
        <p:origin x="10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AN YALMAN" userId="4077df10-20fa-4d7e-80a1-50dc78e39932" providerId="ADAL" clId="{4D94B478-59E1-4275-BFBF-69BD8572E3B2}"/>
    <pc:docChg chg="undo custSel delSld modSld">
      <pc:chgData name="KAAN YALMAN" userId="4077df10-20fa-4d7e-80a1-50dc78e39932" providerId="ADAL" clId="{4D94B478-59E1-4275-BFBF-69BD8572E3B2}" dt="2024-12-18T16:41:23.406" v="32" actId="27636"/>
      <pc:docMkLst>
        <pc:docMk/>
      </pc:docMkLst>
      <pc:sldChg chg="modSp mod">
        <pc:chgData name="KAAN YALMAN" userId="4077df10-20fa-4d7e-80a1-50dc78e39932" providerId="ADAL" clId="{4D94B478-59E1-4275-BFBF-69BD8572E3B2}" dt="2024-12-18T16:35:15.441" v="9" actId="20577"/>
        <pc:sldMkLst>
          <pc:docMk/>
          <pc:sldMk cId="326285530" sldId="256"/>
        </pc:sldMkLst>
        <pc:spChg chg="mod">
          <ac:chgData name="KAAN YALMAN" userId="4077df10-20fa-4d7e-80a1-50dc78e39932" providerId="ADAL" clId="{4D94B478-59E1-4275-BFBF-69BD8572E3B2}" dt="2024-12-18T16:35:15.441" v="9" actId="20577"/>
          <ac:spMkLst>
            <pc:docMk/>
            <pc:sldMk cId="326285530" sldId="256"/>
            <ac:spMk id="2" creationId="{50A7D512-2FCD-5A3C-55E6-768E37C8DD1F}"/>
          </ac:spMkLst>
        </pc:spChg>
      </pc:sldChg>
      <pc:sldChg chg="addSp modSp mod">
        <pc:chgData name="KAAN YALMAN" userId="4077df10-20fa-4d7e-80a1-50dc78e39932" providerId="ADAL" clId="{4D94B478-59E1-4275-BFBF-69BD8572E3B2}" dt="2024-12-18T16:41:23.406" v="32" actId="27636"/>
        <pc:sldMkLst>
          <pc:docMk/>
          <pc:sldMk cId="4105083935" sldId="257"/>
        </pc:sldMkLst>
        <pc:spChg chg="mod">
          <ac:chgData name="KAAN YALMAN" userId="4077df10-20fa-4d7e-80a1-50dc78e39932" providerId="ADAL" clId="{4D94B478-59E1-4275-BFBF-69BD8572E3B2}" dt="2024-12-18T16:41:23.406" v="32" actId="27636"/>
          <ac:spMkLst>
            <pc:docMk/>
            <pc:sldMk cId="4105083935" sldId="257"/>
            <ac:spMk id="3" creationId="{F9FA1454-D712-98C7-5517-0016EBF8531E}"/>
          </ac:spMkLst>
        </pc:spChg>
        <pc:spChg chg="add mod">
          <ac:chgData name="KAAN YALMAN" userId="4077df10-20fa-4d7e-80a1-50dc78e39932" providerId="ADAL" clId="{4D94B478-59E1-4275-BFBF-69BD8572E3B2}" dt="2024-12-18T16:38:41.220" v="11" actId="571"/>
          <ac:spMkLst>
            <pc:docMk/>
            <pc:sldMk cId="4105083935" sldId="257"/>
            <ac:spMk id="4" creationId="{33EF76F0-2CC9-0E57-C895-6BDF400489D9}"/>
          </ac:spMkLst>
        </pc:spChg>
      </pc:sldChg>
      <pc:sldChg chg="del">
        <pc:chgData name="KAAN YALMAN" userId="4077df10-20fa-4d7e-80a1-50dc78e39932" providerId="ADAL" clId="{4D94B478-59E1-4275-BFBF-69BD8572E3B2}" dt="2024-12-18T16:33:53.582" v="0" actId="2696"/>
        <pc:sldMkLst>
          <pc:docMk/>
          <pc:sldMk cId="3022300876" sldId="26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BF45FF-AC7A-C44F-8E9F-AEB26710F429}" type="doc">
      <dgm:prSet loTypeId="urn:microsoft.com/office/officeart/2005/8/layout/hierarchy6" loCatId="" qsTypeId="urn:microsoft.com/office/officeart/2005/8/quickstyle/simple1" qsCatId="simple" csTypeId="urn:microsoft.com/office/officeart/2005/8/colors/accent0_2" csCatId="mainScheme" phldr="1"/>
      <dgm:spPr/>
      <dgm:t>
        <a:bodyPr/>
        <a:lstStyle/>
        <a:p>
          <a:endParaRPr lang="tr-TR"/>
        </a:p>
      </dgm:t>
    </dgm:pt>
    <dgm:pt modelId="{36DD52BB-5F7A-9A4D-8687-C08448918845}">
      <dgm:prSet phldrT="[Metin]"/>
      <dgm:spPr/>
      <dgm:t>
        <a:bodyPr/>
        <a:lstStyle/>
        <a:p>
          <a:r>
            <a:rPr lang="en-US" noProof="0" dirty="0" err="1"/>
            <a:t>Valomenta</a:t>
          </a:r>
          <a:endParaRPr lang="en-US" noProof="0" dirty="0"/>
        </a:p>
      </dgm:t>
    </dgm:pt>
    <dgm:pt modelId="{BAF0739B-D4BE-4D41-A335-BCF4B4FA3769}" type="parTrans" cxnId="{FD15A4EF-19E9-7348-B240-2289A09DA9F7}">
      <dgm:prSet/>
      <dgm:spPr/>
      <dgm:t>
        <a:bodyPr/>
        <a:lstStyle/>
        <a:p>
          <a:endParaRPr lang="en-US" noProof="0" dirty="0"/>
        </a:p>
      </dgm:t>
    </dgm:pt>
    <dgm:pt modelId="{95391527-D54C-3347-8FB2-AE047E94A916}" type="sibTrans" cxnId="{FD15A4EF-19E9-7348-B240-2289A09DA9F7}">
      <dgm:prSet/>
      <dgm:spPr/>
      <dgm:t>
        <a:bodyPr/>
        <a:lstStyle/>
        <a:p>
          <a:endParaRPr lang="en-US" noProof="0" dirty="0"/>
        </a:p>
      </dgm:t>
    </dgm:pt>
    <dgm:pt modelId="{4491F6AA-20F6-AD44-9562-28BAF204217F}">
      <dgm:prSet phldrT="[Metin]"/>
      <dgm:spPr/>
      <dgm:t>
        <a:bodyPr/>
        <a:lstStyle/>
        <a:p>
          <a:r>
            <a:rPr lang="en-US" noProof="0" dirty="0"/>
            <a:t>Project Charter</a:t>
          </a:r>
        </a:p>
      </dgm:t>
    </dgm:pt>
    <dgm:pt modelId="{C7D2DA66-B909-AA4A-AC2E-E7C9CBA8371C}" type="parTrans" cxnId="{1021A308-775E-E141-BB30-2393607A4A3C}">
      <dgm:prSet/>
      <dgm:spPr/>
      <dgm:t>
        <a:bodyPr/>
        <a:lstStyle/>
        <a:p>
          <a:endParaRPr lang="en-US" noProof="0" dirty="0"/>
        </a:p>
      </dgm:t>
    </dgm:pt>
    <dgm:pt modelId="{4CBB52CB-22BA-334B-8839-B1862D207675}" type="sibTrans" cxnId="{1021A308-775E-E141-BB30-2393607A4A3C}">
      <dgm:prSet/>
      <dgm:spPr/>
      <dgm:t>
        <a:bodyPr/>
        <a:lstStyle/>
        <a:p>
          <a:endParaRPr lang="en-US" noProof="0" dirty="0"/>
        </a:p>
      </dgm:t>
    </dgm:pt>
    <dgm:pt modelId="{E604C046-44DF-5649-AECD-F85442452843}">
      <dgm:prSet phldrT="[Metin]"/>
      <dgm:spPr/>
      <dgm:t>
        <a:bodyPr/>
        <a:lstStyle/>
        <a:p>
          <a:r>
            <a:rPr lang="en-US" noProof="0" dirty="0"/>
            <a:t>Class Diagram</a:t>
          </a:r>
        </a:p>
      </dgm:t>
    </dgm:pt>
    <dgm:pt modelId="{582457D1-E529-7C4F-A56C-0AA881EC6F2B}" type="parTrans" cxnId="{6278429C-85F0-B04F-B75D-19CCA59C10A4}">
      <dgm:prSet/>
      <dgm:spPr/>
      <dgm:t>
        <a:bodyPr/>
        <a:lstStyle/>
        <a:p>
          <a:endParaRPr lang="en-US" noProof="0" dirty="0"/>
        </a:p>
      </dgm:t>
    </dgm:pt>
    <dgm:pt modelId="{3F5D5CA0-BA4D-4744-8F06-A69EA6DBCBF4}" type="sibTrans" cxnId="{6278429C-85F0-B04F-B75D-19CCA59C10A4}">
      <dgm:prSet/>
      <dgm:spPr/>
      <dgm:t>
        <a:bodyPr/>
        <a:lstStyle/>
        <a:p>
          <a:endParaRPr lang="en-US" noProof="0" dirty="0"/>
        </a:p>
      </dgm:t>
    </dgm:pt>
    <dgm:pt modelId="{51BB3027-A662-1742-BC19-B09797AAAB0A}">
      <dgm:prSet phldrT="[Metin]"/>
      <dgm:spPr/>
      <dgm:t>
        <a:bodyPr/>
        <a:lstStyle/>
        <a:p>
          <a:r>
            <a:rPr lang="en-US" noProof="0" dirty="0"/>
            <a:t>Requirements Documentation</a:t>
          </a:r>
        </a:p>
      </dgm:t>
    </dgm:pt>
    <dgm:pt modelId="{2803C317-2FA6-6F4C-B219-B9CEE144EAD3}" type="parTrans" cxnId="{F8D9C518-16BB-2644-8BF4-14AEF7A23D00}">
      <dgm:prSet/>
      <dgm:spPr/>
      <dgm:t>
        <a:bodyPr/>
        <a:lstStyle/>
        <a:p>
          <a:endParaRPr lang="en-US" noProof="0" dirty="0"/>
        </a:p>
      </dgm:t>
    </dgm:pt>
    <dgm:pt modelId="{EA8A2FC1-8804-2143-B554-B80A4F4F3EE8}" type="sibTrans" cxnId="{F8D9C518-16BB-2644-8BF4-14AEF7A23D00}">
      <dgm:prSet/>
      <dgm:spPr/>
      <dgm:t>
        <a:bodyPr/>
        <a:lstStyle/>
        <a:p>
          <a:endParaRPr lang="en-US" noProof="0" dirty="0"/>
        </a:p>
      </dgm:t>
    </dgm:pt>
    <dgm:pt modelId="{C579C9F6-FC7A-C642-8136-29EAB6B85836}">
      <dgm:prSet phldrT="[Metin]"/>
      <dgm:spPr/>
      <dgm:t>
        <a:bodyPr/>
        <a:lstStyle/>
        <a:p>
          <a:r>
            <a:rPr lang="en-US" noProof="0" dirty="0"/>
            <a:t>Feasibility Study</a:t>
          </a:r>
        </a:p>
      </dgm:t>
    </dgm:pt>
    <dgm:pt modelId="{8931E77D-1F50-F245-8ABC-87928600292D}" type="parTrans" cxnId="{39A6184F-7ACC-A94F-877C-361F0188A08A}">
      <dgm:prSet/>
      <dgm:spPr/>
      <dgm:t>
        <a:bodyPr/>
        <a:lstStyle/>
        <a:p>
          <a:endParaRPr lang="en-US" noProof="0" dirty="0"/>
        </a:p>
      </dgm:t>
    </dgm:pt>
    <dgm:pt modelId="{9C98A894-F2A8-1F4C-97CA-678DDE7B385B}" type="sibTrans" cxnId="{39A6184F-7ACC-A94F-877C-361F0188A08A}">
      <dgm:prSet/>
      <dgm:spPr/>
      <dgm:t>
        <a:bodyPr/>
        <a:lstStyle/>
        <a:p>
          <a:endParaRPr lang="en-US" noProof="0" dirty="0"/>
        </a:p>
      </dgm:t>
    </dgm:pt>
    <dgm:pt modelId="{52E95DC2-F491-9641-8FB3-07C64D48FB63}">
      <dgm:prSet phldrT="[Metin]"/>
      <dgm:spPr/>
      <dgm:t>
        <a:bodyPr/>
        <a:lstStyle/>
        <a:p>
          <a:r>
            <a:rPr lang="en-US" noProof="0" dirty="0"/>
            <a:t>Use Case Diagram</a:t>
          </a:r>
        </a:p>
      </dgm:t>
    </dgm:pt>
    <dgm:pt modelId="{F3395E12-16F1-F14C-A500-6107C8505910}" type="parTrans" cxnId="{97FDF6BA-0C25-D940-8DCF-E21FFF38F9B8}">
      <dgm:prSet/>
      <dgm:spPr/>
      <dgm:t>
        <a:bodyPr/>
        <a:lstStyle/>
        <a:p>
          <a:endParaRPr lang="en-US" noProof="0" dirty="0"/>
        </a:p>
      </dgm:t>
    </dgm:pt>
    <dgm:pt modelId="{EEC46DB2-630B-AC4D-AF74-151A7CE3FCA5}" type="sibTrans" cxnId="{97FDF6BA-0C25-D940-8DCF-E21FFF38F9B8}">
      <dgm:prSet/>
      <dgm:spPr/>
      <dgm:t>
        <a:bodyPr/>
        <a:lstStyle/>
        <a:p>
          <a:endParaRPr lang="en-US" noProof="0" dirty="0"/>
        </a:p>
      </dgm:t>
    </dgm:pt>
    <dgm:pt modelId="{933704F1-4F43-A240-AFDF-E1A02C16BABE}">
      <dgm:prSet phldrT="[Metin]"/>
      <dgm:spPr/>
      <dgm:t>
        <a:bodyPr/>
        <a:lstStyle/>
        <a:p>
          <a:r>
            <a:rPr lang="en-US" noProof="0" dirty="0"/>
            <a:t>Activity Diagram</a:t>
          </a:r>
        </a:p>
      </dgm:t>
    </dgm:pt>
    <dgm:pt modelId="{A18342EB-266F-5F4E-A9A0-3E65AA2191B4}" type="parTrans" cxnId="{CFB180C1-B39C-6A49-84B5-19ADF33FD243}">
      <dgm:prSet/>
      <dgm:spPr/>
      <dgm:t>
        <a:bodyPr/>
        <a:lstStyle/>
        <a:p>
          <a:endParaRPr lang="en-US" noProof="0" dirty="0"/>
        </a:p>
      </dgm:t>
    </dgm:pt>
    <dgm:pt modelId="{6E70C1B5-5B76-4340-8556-648851A0284A}" type="sibTrans" cxnId="{CFB180C1-B39C-6A49-84B5-19ADF33FD243}">
      <dgm:prSet/>
      <dgm:spPr/>
      <dgm:t>
        <a:bodyPr/>
        <a:lstStyle/>
        <a:p>
          <a:endParaRPr lang="en-US" noProof="0" dirty="0"/>
        </a:p>
      </dgm:t>
    </dgm:pt>
    <dgm:pt modelId="{C68E3E45-611D-4746-BB02-FA0CD061F474}">
      <dgm:prSet phldrT="[Metin]"/>
      <dgm:spPr/>
      <dgm:t>
        <a:bodyPr/>
        <a:lstStyle/>
        <a:p>
          <a:r>
            <a:rPr lang="en-US" noProof="0" dirty="0"/>
            <a:t>Sequence Diagram</a:t>
          </a:r>
        </a:p>
      </dgm:t>
    </dgm:pt>
    <dgm:pt modelId="{4A135C2E-76B1-C44D-97C7-1E38656AA813}" type="parTrans" cxnId="{340BF01F-EC8B-4C46-8531-A30A856C15FD}">
      <dgm:prSet/>
      <dgm:spPr/>
      <dgm:t>
        <a:bodyPr/>
        <a:lstStyle/>
        <a:p>
          <a:endParaRPr lang="en-US" noProof="0" dirty="0"/>
        </a:p>
      </dgm:t>
    </dgm:pt>
    <dgm:pt modelId="{0B29BA7D-EEE1-1643-8CD2-294D564DD91A}" type="sibTrans" cxnId="{340BF01F-EC8B-4C46-8531-A30A856C15FD}">
      <dgm:prSet/>
      <dgm:spPr/>
      <dgm:t>
        <a:bodyPr/>
        <a:lstStyle/>
        <a:p>
          <a:endParaRPr lang="en-US" noProof="0" dirty="0"/>
        </a:p>
      </dgm:t>
    </dgm:pt>
    <dgm:pt modelId="{F34D5B62-D367-594F-BC0F-5B113D2C8958}">
      <dgm:prSet phldrT="[Metin]"/>
      <dgm:spPr/>
      <dgm:t>
        <a:bodyPr/>
        <a:lstStyle/>
        <a:p>
          <a:r>
            <a:rPr lang="en-US" noProof="0" dirty="0"/>
            <a:t>System Architecture Document</a:t>
          </a:r>
        </a:p>
      </dgm:t>
    </dgm:pt>
    <dgm:pt modelId="{90FC11A2-6B80-344F-86BD-2D1AE3F1FE6B}" type="parTrans" cxnId="{A6DCBB20-0F51-A24B-99CD-E0B1AD29DCAD}">
      <dgm:prSet/>
      <dgm:spPr/>
      <dgm:t>
        <a:bodyPr/>
        <a:lstStyle/>
        <a:p>
          <a:endParaRPr lang="en-US" noProof="0" dirty="0"/>
        </a:p>
      </dgm:t>
    </dgm:pt>
    <dgm:pt modelId="{429CC663-0EB2-7D47-809A-D5D3DA85FE24}" type="sibTrans" cxnId="{A6DCBB20-0F51-A24B-99CD-E0B1AD29DCAD}">
      <dgm:prSet/>
      <dgm:spPr/>
      <dgm:t>
        <a:bodyPr/>
        <a:lstStyle/>
        <a:p>
          <a:endParaRPr lang="en-US" noProof="0" dirty="0"/>
        </a:p>
      </dgm:t>
    </dgm:pt>
    <dgm:pt modelId="{CF1CAC65-ED2D-B241-AA20-70C157642A1F}">
      <dgm:prSet phldrT="[Metin]"/>
      <dgm:spPr/>
      <dgm:t>
        <a:bodyPr/>
        <a:lstStyle/>
        <a:p>
          <a:r>
            <a:rPr lang="en-US" noProof="0" dirty="0"/>
            <a:t>Develop Core Processes</a:t>
          </a:r>
        </a:p>
      </dgm:t>
    </dgm:pt>
    <dgm:pt modelId="{0AF5607C-D693-DF48-8C1E-7216352ABEB5}" type="parTrans" cxnId="{78696B90-D3B8-E842-83F6-49D023063689}">
      <dgm:prSet/>
      <dgm:spPr/>
      <dgm:t>
        <a:bodyPr/>
        <a:lstStyle/>
        <a:p>
          <a:endParaRPr lang="en-US" noProof="0" dirty="0"/>
        </a:p>
      </dgm:t>
    </dgm:pt>
    <dgm:pt modelId="{6B971FAF-BE7A-AF4E-AEE4-AAA88FF52655}" type="sibTrans" cxnId="{78696B90-D3B8-E842-83F6-49D023063689}">
      <dgm:prSet/>
      <dgm:spPr/>
      <dgm:t>
        <a:bodyPr/>
        <a:lstStyle/>
        <a:p>
          <a:endParaRPr lang="en-US" noProof="0" dirty="0"/>
        </a:p>
      </dgm:t>
    </dgm:pt>
    <dgm:pt modelId="{D45F62BA-ED53-F440-A8E0-477BD84B090A}">
      <dgm:prSet phldrT="[Metin]"/>
      <dgm:spPr/>
      <dgm:t>
        <a:bodyPr/>
        <a:lstStyle/>
        <a:p>
          <a:r>
            <a:rPr lang="en-US" noProof="0" dirty="0"/>
            <a:t>Develop Core Tracking Module</a:t>
          </a:r>
        </a:p>
      </dgm:t>
    </dgm:pt>
    <dgm:pt modelId="{6C38B3F0-E45C-DB4B-AEA5-9EA0A7FD3D6E}" type="parTrans" cxnId="{94B4BB54-7E90-8A43-83D8-C61987E8167F}">
      <dgm:prSet/>
      <dgm:spPr/>
      <dgm:t>
        <a:bodyPr/>
        <a:lstStyle/>
        <a:p>
          <a:endParaRPr lang="tr-TR"/>
        </a:p>
      </dgm:t>
    </dgm:pt>
    <dgm:pt modelId="{06B05631-4395-994F-BC90-03989097A43E}" type="sibTrans" cxnId="{94B4BB54-7E90-8A43-83D8-C61987E8167F}">
      <dgm:prSet/>
      <dgm:spPr/>
      <dgm:t>
        <a:bodyPr/>
        <a:lstStyle/>
        <a:p>
          <a:endParaRPr lang="tr-TR"/>
        </a:p>
      </dgm:t>
    </dgm:pt>
    <dgm:pt modelId="{C600C286-DD00-0D4C-BB24-76BC6B6114AA}">
      <dgm:prSet phldrT="[Metin]"/>
      <dgm:spPr/>
      <dgm:t>
        <a:bodyPr/>
        <a:lstStyle/>
        <a:p>
          <a:r>
            <a:rPr lang="en-US" noProof="0" dirty="0"/>
            <a:t>Develop Health Metric Recording</a:t>
          </a:r>
        </a:p>
      </dgm:t>
    </dgm:pt>
    <dgm:pt modelId="{85C9D0C0-433D-274F-842A-4AFB8053655D}" type="parTrans" cxnId="{AB79AFC4-2830-DC45-A1E8-F7DBA6B4AB33}">
      <dgm:prSet/>
      <dgm:spPr/>
      <dgm:t>
        <a:bodyPr/>
        <a:lstStyle/>
        <a:p>
          <a:endParaRPr lang="tr-TR"/>
        </a:p>
      </dgm:t>
    </dgm:pt>
    <dgm:pt modelId="{4DA92D20-5AAD-B849-9A78-1EEA0DFE64C9}" type="sibTrans" cxnId="{AB79AFC4-2830-DC45-A1E8-F7DBA6B4AB33}">
      <dgm:prSet/>
      <dgm:spPr/>
      <dgm:t>
        <a:bodyPr/>
        <a:lstStyle/>
        <a:p>
          <a:endParaRPr lang="tr-TR"/>
        </a:p>
      </dgm:t>
    </dgm:pt>
    <dgm:pt modelId="{70AC1650-8FC3-0E45-8730-85B4DD010DA5}">
      <dgm:prSet phldrT="[Metin]"/>
      <dgm:spPr/>
      <dgm:t>
        <a:bodyPr/>
        <a:lstStyle/>
        <a:p>
          <a:r>
            <a:rPr lang="en-US" noProof="0" dirty="0"/>
            <a:t>Develop Notifications System</a:t>
          </a:r>
        </a:p>
      </dgm:t>
    </dgm:pt>
    <dgm:pt modelId="{E9A94A9D-1E2C-C340-83A0-C22F5C601B60}" type="parTrans" cxnId="{54C95342-A0B9-8F4A-B31A-8B2DA4323018}">
      <dgm:prSet/>
      <dgm:spPr/>
      <dgm:t>
        <a:bodyPr/>
        <a:lstStyle/>
        <a:p>
          <a:endParaRPr lang="tr-TR"/>
        </a:p>
      </dgm:t>
    </dgm:pt>
    <dgm:pt modelId="{7AC011A7-CCCF-D04B-A289-2A146A3F6D45}" type="sibTrans" cxnId="{54C95342-A0B9-8F4A-B31A-8B2DA4323018}">
      <dgm:prSet/>
      <dgm:spPr/>
      <dgm:t>
        <a:bodyPr/>
        <a:lstStyle/>
        <a:p>
          <a:endParaRPr lang="tr-TR"/>
        </a:p>
      </dgm:t>
    </dgm:pt>
    <dgm:pt modelId="{3194FBDD-726A-7F46-95AC-B75FCACA1B26}">
      <dgm:prSet phldrT="[Metin]"/>
      <dgm:spPr/>
      <dgm:t>
        <a:bodyPr/>
        <a:lstStyle/>
        <a:p>
          <a:r>
            <a:rPr lang="en-US" noProof="0" dirty="0"/>
            <a:t>Unit Testing</a:t>
          </a:r>
        </a:p>
      </dgm:t>
    </dgm:pt>
    <dgm:pt modelId="{352070CF-5BCC-DF42-89D6-EA697FD0E35C}" type="parTrans" cxnId="{09F18F3F-7C3F-B646-B4BF-B4CC0C03F1FE}">
      <dgm:prSet/>
      <dgm:spPr/>
      <dgm:t>
        <a:bodyPr/>
        <a:lstStyle/>
        <a:p>
          <a:endParaRPr lang="tr-TR"/>
        </a:p>
      </dgm:t>
    </dgm:pt>
    <dgm:pt modelId="{E16F8F5B-9817-D94F-8792-713155F6C4C1}" type="sibTrans" cxnId="{09F18F3F-7C3F-B646-B4BF-B4CC0C03F1FE}">
      <dgm:prSet/>
      <dgm:spPr/>
      <dgm:t>
        <a:bodyPr/>
        <a:lstStyle/>
        <a:p>
          <a:endParaRPr lang="tr-TR"/>
        </a:p>
      </dgm:t>
    </dgm:pt>
    <dgm:pt modelId="{B3C56E5D-4B11-7E42-A004-031579CF3C86}">
      <dgm:prSet phldrT="[Metin]"/>
      <dgm:spPr/>
      <dgm:t>
        <a:bodyPr/>
        <a:lstStyle/>
        <a:p>
          <a:r>
            <a:rPr lang="en-US" noProof="0" dirty="0"/>
            <a:t>App Deployment</a:t>
          </a:r>
        </a:p>
      </dgm:t>
    </dgm:pt>
    <dgm:pt modelId="{F5643CF1-D220-5E46-B257-AC59B12F72BE}" type="parTrans" cxnId="{0C3D1709-93E8-6F44-812D-15031BF2990D}">
      <dgm:prSet/>
      <dgm:spPr/>
      <dgm:t>
        <a:bodyPr/>
        <a:lstStyle/>
        <a:p>
          <a:endParaRPr lang="tr-TR"/>
        </a:p>
      </dgm:t>
    </dgm:pt>
    <dgm:pt modelId="{A6D77B82-0644-0249-9D65-10A5776B7143}" type="sibTrans" cxnId="{0C3D1709-93E8-6F44-812D-15031BF2990D}">
      <dgm:prSet/>
      <dgm:spPr/>
      <dgm:t>
        <a:bodyPr/>
        <a:lstStyle/>
        <a:p>
          <a:endParaRPr lang="tr-TR"/>
        </a:p>
      </dgm:t>
    </dgm:pt>
    <dgm:pt modelId="{3ED60E3C-765E-9846-A6D8-901EE02587AC}">
      <dgm:prSet phldrT="[Metin]"/>
      <dgm:spPr/>
      <dgm:t>
        <a:bodyPr/>
        <a:lstStyle/>
        <a:p>
          <a:r>
            <a:rPr lang="en-US" noProof="0" dirty="0"/>
            <a:t>Integration Testing</a:t>
          </a:r>
        </a:p>
      </dgm:t>
    </dgm:pt>
    <dgm:pt modelId="{30EBF569-0A3E-1346-8CFF-3FA86CD3B513}" type="parTrans" cxnId="{6B7FA879-F629-454A-955C-3F0DD73B9630}">
      <dgm:prSet/>
      <dgm:spPr/>
      <dgm:t>
        <a:bodyPr/>
        <a:lstStyle/>
        <a:p>
          <a:endParaRPr lang="tr-TR"/>
        </a:p>
      </dgm:t>
    </dgm:pt>
    <dgm:pt modelId="{D3E92706-F7C8-EA49-82E2-37DED60CD50D}" type="sibTrans" cxnId="{6B7FA879-F629-454A-955C-3F0DD73B9630}">
      <dgm:prSet/>
      <dgm:spPr/>
      <dgm:t>
        <a:bodyPr/>
        <a:lstStyle/>
        <a:p>
          <a:endParaRPr lang="tr-TR"/>
        </a:p>
      </dgm:t>
    </dgm:pt>
    <dgm:pt modelId="{D2ED2E62-B1B8-1D4D-A43F-A4CAD5967610}">
      <dgm:prSet phldrT="[Metin]"/>
      <dgm:spPr/>
      <dgm:t>
        <a:bodyPr/>
        <a:lstStyle/>
        <a:p>
          <a:r>
            <a:rPr lang="en-US" noProof="0" dirty="0"/>
            <a:t>Systems Testing</a:t>
          </a:r>
        </a:p>
      </dgm:t>
    </dgm:pt>
    <dgm:pt modelId="{A6EDAE1A-A2F5-0D4C-ADF4-C67846516B61}" type="parTrans" cxnId="{A992F9AB-947C-F445-9D31-91D209D6CD25}">
      <dgm:prSet/>
      <dgm:spPr/>
      <dgm:t>
        <a:bodyPr/>
        <a:lstStyle/>
        <a:p>
          <a:endParaRPr lang="tr-TR"/>
        </a:p>
      </dgm:t>
    </dgm:pt>
    <dgm:pt modelId="{3E62C18B-ABA4-564F-AAF2-0FBCD6621CC9}" type="sibTrans" cxnId="{A992F9AB-947C-F445-9D31-91D209D6CD25}">
      <dgm:prSet/>
      <dgm:spPr/>
      <dgm:t>
        <a:bodyPr/>
        <a:lstStyle/>
        <a:p>
          <a:endParaRPr lang="tr-TR"/>
        </a:p>
      </dgm:t>
    </dgm:pt>
    <dgm:pt modelId="{1D1AA5FF-D438-4B4D-8B44-BF66119F5852}">
      <dgm:prSet phldrT="[Metin]"/>
      <dgm:spPr/>
      <dgm:t>
        <a:bodyPr/>
        <a:lstStyle/>
        <a:p>
          <a:r>
            <a:rPr lang="en-US" noProof="0" dirty="0"/>
            <a:t>User Accepted Testing</a:t>
          </a:r>
        </a:p>
      </dgm:t>
    </dgm:pt>
    <dgm:pt modelId="{87C59C63-7A4B-A64E-ADAB-EE5DB2EF9D68}" type="parTrans" cxnId="{AA93C12E-4669-244A-9060-38EEB7245494}">
      <dgm:prSet/>
      <dgm:spPr/>
      <dgm:t>
        <a:bodyPr/>
        <a:lstStyle/>
        <a:p>
          <a:endParaRPr lang="tr-TR"/>
        </a:p>
      </dgm:t>
    </dgm:pt>
    <dgm:pt modelId="{62AC5B3A-D756-0A43-A596-5ABBE596ACC9}" type="sibTrans" cxnId="{AA93C12E-4669-244A-9060-38EEB7245494}">
      <dgm:prSet/>
      <dgm:spPr/>
      <dgm:t>
        <a:bodyPr/>
        <a:lstStyle/>
        <a:p>
          <a:endParaRPr lang="tr-TR"/>
        </a:p>
      </dgm:t>
    </dgm:pt>
    <dgm:pt modelId="{254AEAE1-7BFB-0441-B20E-3599225D7A0F}">
      <dgm:prSet phldrT="[Metin]"/>
      <dgm:spPr/>
      <dgm:t>
        <a:bodyPr/>
        <a:lstStyle/>
        <a:p>
          <a:r>
            <a:rPr lang="en-US" noProof="0" dirty="0"/>
            <a:t>Post-Deployment Maintenance</a:t>
          </a:r>
        </a:p>
      </dgm:t>
    </dgm:pt>
    <dgm:pt modelId="{6E2FE437-BA42-984E-9058-32788F1EEBA8}" type="parTrans" cxnId="{466BA849-1FAE-C04D-8E66-9AE4DFDB970C}">
      <dgm:prSet/>
      <dgm:spPr/>
      <dgm:t>
        <a:bodyPr/>
        <a:lstStyle/>
        <a:p>
          <a:endParaRPr lang="tr-TR"/>
        </a:p>
      </dgm:t>
    </dgm:pt>
    <dgm:pt modelId="{D23DDD34-E819-E441-9BEC-AD9F1FF91E25}" type="sibTrans" cxnId="{466BA849-1FAE-C04D-8E66-9AE4DFDB970C}">
      <dgm:prSet/>
      <dgm:spPr/>
      <dgm:t>
        <a:bodyPr/>
        <a:lstStyle/>
        <a:p>
          <a:endParaRPr lang="tr-TR"/>
        </a:p>
      </dgm:t>
    </dgm:pt>
    <dgm:pt modelId="{654DA7D9-BB27-E342-8FDE-01918143D7D7}">
      <dgm:prSet phldrT="[Metin]"/>
      <dgm:spPr/>
      <dgm:t>
        <a:bodyPr/>
        <a:lstStyle/>
        <a:p>
          <a:r>
            <a:rPr lang="en-US" noProof="0" dirty="0"/>
            <a:t>Resource Allocation</a:t>
          </a:r>
        </a:p>
      </dgm:t>
    </dgm:pt>
    <dgm:pt modelId="{EAEF4C59-7246-4743-9D04-81556F931DAC}" type="parTrans" cxnId="{7A1171AC-BF9F-5D48-B6CB-0CC225ED9B55}">
      <dgm:prSet/>
      <dgm:spPr/>
      <dgm:t>
        <a:bodyPr/>
        <a:lstStyle/>
        <a:p>
          <a:endParaRPr lang="tr-TR"/>
        </a:p>
      </dgm:t>
    </dgm:pt>
    <dgm:pt modelId="{B3C80AC1-B9D8-594F-9825-8D4D8F00CE78}" type="sibTrans" cxnId="{7A1171AC-BF9F-5D48-B6CB-0CC225ED9B55}">
      <dgm:prSet/>
      <dgm:spPr/>
      <dgm:t>
        <a:bodyPr/>
        <a:lstStyle/>
        <a:p>
          <a:endParaRPr lang="tr-TR"/>
        </a:p>
      </dgm:t>
    </dgm:pt>
    <dgm:pt modelId="{4528D2CA-E086-0B41-922F-A88F3925BA87}">
      <dgm:prSet phldrT="[Metin]"/>
      <dgm:spPr/>
      <dgm:t>
        <a:bodyPr/>
        <a:lstStyle/>
        <a:p>
          <a:r>
            <a:rPr lang="en-US" noProof="0" dirty="0"/>
            <a:t>Scheduling</a:t>
          </a:r>
        </a:p>
      </dgm:t>
    </dgm:pt>
    <dgm:pt modelId="{EDCCA75B-BDCD-F041-A1AC-82A344C9EE8F}" type="parTrans" cxnId="{64C3BD0C-1D89-F04C-A0E6-35C95EBEF132}">
      <dgm:prSet/>
      <dgm:spPr/>
      <dgm:t>
        <a:bodyPr/>
        <a:lstStyle/>
        <a:p>
          <a:endParaRPr lang="tr-TR"/>
        </a:p>
      </dgm:t>
    </dgm:pt>
    <dgm:pt modelId="{A67613DA-0EA0-574E-B10A-CAB746C86C56}" type="sibTrans" cxnId="{64C3BD0C-1D89-F04C-A0E6-35C95EBEF132}">
      <dgm:prSet/>
      <dgm:spPr/>
      <dgm:t>
        <a:bodyPr/>
        <a:lstStyle/>
        <a:p>
          <a:endParaRPr lang="tr-TR"/>
        </a:p>
      </dgm:t>
    </dgm:pt>
    <dgm:pt modelId="{BE7FE647-7CFC-B94B-BD4F-982840683C64}">
      <dgm:prSet phldrT="[Metin]"/>
      <dgm:spPr/>
      <dgm:t>
        <a:bodyPr/>
        <a:lstStyle/>
        <a:p>
          <a:r>
            <a:rPr lang="en-US" noProof="0" dirty="0"/>
            <a:t>Monitoring Progress</a:t>
          </a:r>
        </a:p>
      </dgm:t>
    </dgm:pt>
    <dgm:pt modelId="{BB969BB6-065C-544D-929E-661A4737BC40}" type="parTrans" cxnId="{55B7D33C-F90F-8841-A8B6-DCD02388BDD0}">
      <dgm:prSet/>
      <dgm:spPr/>
      <dgm:t>
        <a:bodyPr/>
        <a:lstStyle/>
        <a:p>
          <a:endParaRPr lang="tr-TR"/>
        </a:p>
      </dgm:t>
    </dgm:pt>
    <dgm:pt modelId="{5437E0BD-9D2E-944F-A0B0-96DAB0B6939D}" type="sibTrans" cxnId="{55B7D33C-F90F-8841-A8B6-DCD02388BDD0}">
      <dgm:prSet/>
      <dgm:spPr/>
      <dgm:t>
        <a:bodyPr/>
        <a:lstStyle/>
        <a:p>
          <a:endParaRPr lang="tr-TR"/>
        </a:p>
      </dgm:t>
    </dgm:pt>
    <dgm:pt modelId="{8B9BA052-4480-2C42-819D-97A5A52846DF}">
      <dgm:prSet phldrT="[Metin]"/>
      <dgm:spPr/>
      <dgm:t>
        <a:bodyPr/>
        <a:lstStyle/>
        <a:p>
          <a:r>
            <a:rPr lang="en-US" noProof="0" dirty="0"/>
            <a:t>Risk Mitigation</a:t>
          </a:r>
        </a:p>
      </dgm:t>
    </dgm:pt>
    <dgm:pt modelId="{DC5908F3-977B-DE4E-805E-FDBCB27C2D3B}" type="parTrans" cxnId="{D39606FC-EDD8-CB4F-BA35-BA7631675E5D}">
      <dgm:prSet/>
      <dgm:spPr/>
      <dgm:t>
        <a:bodyPr/>
        <a:lstStyle/>
        <a:p>
          <a:endParaRPr lang="tr-TR"/>
        </a:p>
      </dgm:t>
    </dgm:pt>
    <dgm:pt modelId="{3F0F33F3-A97C-824F-9C38-5C315016D174}" type="sibTrans" cxnId="{D39606FC-EDD8-CB4F-BA35-BA7631675E5D}">
      <dgm:prSet/>
      <dgm:spPr/>
      <dgm:t>
        <a:bodyPr/>
        <a:lstStyle/>
        <a:p>
          <a:endParaRPr lang="tr-TR"/>
        </a:p>
      </dgm:t>
    </dgm:pt>
    <dgm:pt modelId="{D2C3EC46-B6AF-8943-89C0-C74175623131}" type="pres">
      <dgm:prSet presAssocID="{A3BF45FF-AC7A-C44F-8E9F-AEB26710F429}" presName="mainComposite" presStyleCnt="0">
        <dgm:presLayoutVars>
          <dgm:chPref val="1"/>
          <dgm:dir/>
          <dgm:animOne val="branch"/>
          <dgm:animLvl val="lvl"/>
          <dgm:resizeHandles val="exact"/>
        </dgm:presLayoutVars>
      </dgm:prSet>
      <dgm:spPr/>
    </dgm:pt>
    <dgm:pt modelId="{3F4147B4-8097-654F-B0E6-8AD0D0C1766A}" type="pres">
      <dgm:prSet presAssocID="{A3BF45FF-AC7A-C44F-8E9F-AEB26710F429}" presName="hierFlow" presStyleCnt="0"/>
      <dgm:spPr/>
    </dgm:pt>
    <dgm:pt modelId="{166003B9-83AD-0148-AFE4-05DAB2E91C6F}" type="pres">
      <dgm:prSet presAssocID="{A3BF45FF-AC7A-C44F-8E9F-AEB26710F429}" presName="hierChild1" presStyleCnt="0">
        <dgm:presLayoutVars>
          <dgm:chPref val="1"/>
          <dgm:animOne val="branch"/>
          <dgm:animLvl val="lvl"/>
        </dgm:presLayoutVars>
      </dgm:prSet>
      <dgm:spPr/>
    </dgm:pt>
    <dgm:pt modelId="{969171A3-1BD7-424C-B822-DE0C5A13FDD8}" type="pres">
      <dgm:prSet presAssocID="{36DD52BB-5F7A-9A4D-8687-C08448918845}" presName="Name14" presStyleCnt="0"/>
      <dgm:spPr/>
    </dgm:pt>
    <dgm:pt modelId="{42907877-C32D-304D-AC49-D9D5124F3810}" type="pres">
      <dgm:prSet presAssocID="{36DD52BB-5F7A-9A4D-8687-C08448918845}" presName="level1Shape" presStyleLbl="node0" presStyleIdx="0" presStyleCnt="1" custScaleX="153354" custScaleY="92539" custLinFactY="-69256" custLinFactNeighborY="-100000">
        <dgm:presLayoutVars>
          <dgm:chPref val="3"/>
        </dgm:presLayoutVars>
      </dgm:prSet>
      <dgm:spPr/>
    </dgm:pt>
    <dgm:pt modelId="{63C8C273-4A10-FE40-AEBB-014494DFEAEF}" type="pres">
      <dgm:prSet presAssocID="{36DD52BB-5F7A-9A4D-8687-C08448918845}" presName="hierChild2" presStyleCnt="0"/>
      <dgm:spPr/>
    </dgm:pt>
    <dgm:pt modelId="{06B82830-9817-C74F-98EE-97B6BB9B3C77}" type="pres">
      <dgm:prSet presAssocID="{C7D2DA66-B909-AA4A-AC2E-E7C9CBA8371C}" presName="Name19" presStyleLbl="parChTrans1D2" presStyleIdx="0" presStyleCnt="6"/>
      <dgm:spPr/>
    </dgm:pt>
    <dgm:pt modelId="{2903F20A-D26A-A344-B381-034145B69C2F}" type="pres">
      <dgm:prSet presAssocID="{4491F6AA-20F6-AD44-9562-28BAF204217F}" presName="Name21" presStyleCnt="0"/>
      <dgm:spPr/>
    </dgm:pt>
    <dgm:pt modelId="{1DB24B1F-4FB5-854D-BD33-E2BD188CF4EA}" type="pres">
      <dgm:prSet presAssocID="{4491F6AA-20F6-AD44-9562-28BAF204217F}" presName="level2Shape" presStyleLbl="node2" presStyleIdx="0" presStyleCnt="6"/>
      <dgm:spPr/>
    </dgm:pt>
    <dgm:pt modelId="{35A30D5E-D7B3-C04C-A5AB-0613494CED05}" type="pres">
      <dgm:prSet presAssocID="{4491F6AA-20F6-AD44-9562-28BAF204217F}" presName="hierChild3" presStyleCnt="0"/>
      <dgm:spPr/>
    </dgm:pt>
    <dgm:pt modelId="{809F7F00-2F1B-C247-8128-03C37A636050}" type="pres">
      <dgm:prSet presAssocID="{2803C317-2FA6-6F4C-B219-B9CEE144EAD3}" presName="Name19" presStyleLbl="parChTrans1D3" presStyleIdx="0" presStyleCnt="6"/>
      <dgm:spPr/>
    </dgm:pt>
    <dgm:pt modelId="{58FF6E7B-79C8-8043-90DE-35EB963A90A1}" type="pres">
      <dgm:prSet presAssocID="{51BB3027-A662-1742-BC19-B09797AAAB0A}" presName="Name21" presStyleCnt="0"/>
      <dgm:spPr/>
    </dgm:pt>
    <dgm:pt modelId="{B135CC2C-4756-E546-84EC-6F668FB37ECC}" type="pres">
      <dgm:prSet presAssocID="{51BB3027-A662-1742-BC19-B09797AAAB0A}" presName="level2Shape" presStyleLbl="node3" presStyleIdx="0" presStyleCnt="6"/>
      <dgm:spPr/>
    </dgm:pt>
    <dgm:pt modelId="{B75C5594-FA8D-FA44-8E1E-CD7BAAC1137D}" type="pres">
      <dgm:prSet presAssocID="{51BB3027-A662-1742-BC19-B09797AAAB0A}" presName="hierChild3" presStyleCnt="0"/>
      <dgm:spPr/>
    </dgm:pt>
    <dgm:pt modelId="{B8EF09B1-9655-2347-AA63-896CA8664D44}" type="pres">
      <dgm:prSet presAssocID="{8931E77D-1F50-F245-8ABC-87928600292D}" presName="Name19" presStyleLbl="parChTrans1D4" presStyleIdx="0" presStyleCnt="10"/>
      <dgm:spPr/>
    </dgm:pt>
    <dgm:pt modelId="{874E2145-3887-D14A-B2D9-A6BA2D14443F}" type="pres">
      <dgm:prSet presAssocID="{C579C9F6-FC7A-C642-8136-29EAB6B85836}" presName="Name21" presStyleCnt="0"/>
      <dgm:spPr/>
    </dgm:pt>
    <dgm:pt modelId="{C464F2D4-5BC9-FC42-8CA8-77E1EBE69BE9}" type="pres">
      <dgm:prSet presAssocID="{C579C9F6-FC7A-C642-8136-29EAB6B85836}" presName="level2Shape" presStyleLbl="node4" presStyleIdx="0" presStyleCnt="10"/>
      <dgm:spPr/>
    </dgm:pt>
    <dgm:pt modelId="{2CCBEA4C-B453-4B47-943D-F830C8190A8F}" type="pres">
      <dgm:prSet presAssocID="{C579C9F6-FC7A-C642-8136-29EAB6B85836}" presName="hierChild3" presStyleCnt="0"/>
      <dgm:spPr/>
    </dgm:pt>
    <dgm:pt modelId="{58134E0D-A372-D349-850A-ED7203FC8D1B}" type="pres">
      <dgm:prSet presAssocID="{F3395E12-16F1-F14C-A500-6107C8505910}" presName="Name19" presStyleLbl="parChTrans1D2" presStyleIdx="1" presStyleCnt="6"/>
      <dgm:spPr/>
    </dgm:pt>
    <dgm:pt modelId="{1B244F9A-2D59-A544-8D09-64E860A6033A}" type="pres">
      <dgm:prSet presAssocID="{52E95DC2-F491-9641-8FB3-07C64D48FB63}" presName="Name21" presStyleCnt="0"/>
      <dgm:spPr/>
    </dgm:pt>
    <dgm:pt modelId="{E1BFC5F3-B416-6042-9AA2-D756979C7482}" type="pres">
      <dgm:prSet presAssocID="{52E95DC2-F491-9641-8FB3-07C64D48FB63}" presName="level2Shape" presStyleLbl="node2" presStyleIdx="1" presStyleCnt="6"/>
      <dgm:spPr/>
    </dgm:pt>
    <dgm:pt modelId="{591DAE67-778B-994F-AAC4-FD687D33ED25}" type="pres">
      <dgm:prSet presAssocID="{52E95DC2-F491-9641-8FB3-07C64D48FB63}" presName="hierChild3" presStyleCnt="0"/>
      <dgm:spPr/>
    </dgm:pt>
    <dgm:pt modelId="{F7792646-A384-7E47-95BF-10A1B7A4EEE1}" type="pres">
      <dgm:prSet presAssocID="{582457D1-E529-7C4F-A56C-0AA881EC6F2B}" presName="Name19" presStyleLbl="parChTrans1D3" presStyleIdx="1" presStyleCnt="6"/>
      <dgm:spPr/>
    </dgm:pt>
    <dgm:pt modelId="{E8A07E1C-EAFF-3F4F-AA7B-1D5B0CA43191}" type="pres">
      <dgm:prSet presAssocID="{E604C046-44DF-5649-AECD-F85442452843}" presName="Name21" presStyleCnt="0"/>
      <dgm:spPr/>
    </dgm:pt>
    <dgm:pt modelId="{B6CD7F55-526D-504B-B6C5-7102EFE9397B}" type="pres">
      <dgm:prSet presAssocID="{E604C046-44DF-5649-AECD-F85442452843}" presName="level2Shape" presStyleLbl="node3" presStyleIdx="1" presStyleCnt="6"/>
      <dgm:spPr/>
    </dgm:pt>
    <dgm:pt modelId="{C0A63075-1999-E541-8DA8-67DE8F78FDA7}" type="pres">
      <dgm:prSet presAssocID="{E604C046-44DF-5649-AECD-F85442452843}" presName="hierChild3" presStyleCnt="0"/>
      <dgm:spPr/>
    </dgm:pt>
    <dgm:pt modelId="{334752AB-62A4-154F-9B53-73BA214CAEC8}" type="pres">
      <dgm:prSet presAssocID="{A18342EB-266F-5F4E-A9A0-3E65AA2191B4}" presName="Name19" presStyleLbl="parChTrans1D4" presStyleIdx="1" presStyleCnt="10"/>
      <dgm:spPr/>
    </dgm:pt>
    <dgm:pt modelId="{7559F441-024A-2649-AE4F-3D80110E73C8}" type="pres">
      <dgm:prSet presAssocID="{933704F1-4F43-A240-AFDF-E1A02C16BABE}" presName="Name21" presStyleCnt="0"/>
      <dgm:spPr/>
    </dgm:pt>
    <dgm:pt modelId="{F072F801-AAF9-B542-92C4-0CD0B27F2BA4}" type="pres">
      <dgm:prSet presAssocID="{933704F1-4F43-A240-AFDF-E1A02C16BABE}" presName="level2Shape" presStyleLbl="node4" presStyleIdx="1" presStyleCnt="10"/>
      <dgm:spPr/>
    </dgm:pt>
    <dgm:pt modelId="{A235E5FD-791C-0948-A6D0-A16762E117A3}" type="pres">
      <dgm:prSet presAssocID="{933704F1-4F43-A240-AFDF-E1A02C16BABE}" presName="hierChild3" presStyleCnt="0"/>
      <dgm:spPr/>
    </dgm:pt>
    <dgm:pt modelId="{A78CF32E-F5F4-9D4F-9D2F-5F6EB389CB95}" type="pres">
      <dgm:prSet presAssocID="{4A135C2E-76B1-C44D-97C7-1E38656AA813}" presName="Name19" presStyleLbl="parChTrans1D4" presStyleIdx="2" presStyleCnt="10"/>
      <dgm:spPr/>
    </dgm:pt>
    <dgm:pt modelId="{E2147341-88C9-054C-90E4-6774407FC5F7}" type="pres">
      <dgm:prSet presAssocID="{C68E3E45-611D-4746-BB02-FA0CD061F474}" presName="Name21" presStyleCnt="0"/>
      <dgm:spPr/>
    </dgm:pt>
    <dgm:pt modelId="{95EDDAE3-C7A5-A643-8EAE-5D986A174383}" type="pres">
      <dgm:prSet presAssocID="{C68E3E45-611D-4746-BB02-FA0CD061F474}" presName="level2Shape" presStyleLbl="node4" presStyleIdx="2" presStyleCnt="10"/>
      <dgm:spPr/>
    </dgm:pt>
    <dgm:pt modelId="{01A1D48E-CB0C-E849-BBCA-C81C21285F3B}" type="pres">
      <dgm:prSet presAssocID="{C68E3E45-611D-4746-BB02-FA0CD061F474}" presName="hierChild3" presStyleCnt="0"/>
      <dgm:spPr/>
    </dgm:pt>
    <dgm:pt modelId="{8E05A635-0059-D443-9B64-1D2AB69A1BF0}" type="pres">
      <dgm:prSet presAssocID="{90FC11A2-6B80-344F-86BD-2D1AE3F1FE6B}" presName="Name19" presStyleLbl="parChTrans1D4" presStyleIdx="3" presStyleCnt="10"/>
      <dgm:spPr/>
    </dgm:pt>
    <dgm:pt modelId="{4843AD85-B583-8740-A940-9494450A41A0}" type="pres">
      <dgm:prSet presAssocID="{F34D5B62-D367-594F-BC0F-5B113D2C8958}" presName="Name21" presStyleCnt="0"/>
      <dgm:spPr/>
    </dgm:pt>
    <dgm:pt modelId="{B82D587A-D7C5-B148-BA17-5AFA2AA7C295}" type="pres">
      <dgm:prSet presAssocID="{F34D5B62-D367-594F-BC0F-5B113D2C8958}" presName="level2Shape" presStyleLbl="node4" presStyleIdx="3" presStyleCnt="10"/>
      <dgm:spPr/>
    </dgm:pt>
    <dgm:pt modelId="{4F2CB34C-EB22-7348-9894-B62F92DD4367}" type="pres">
      <dgm:prSet presAssocID="{F34D5B62-D367-594F-BC0F-5B113D2C8958}" presName="hierChild3" presStyleCnt="0"/>
      <dgm:spPr/>
    </dgm:pt>
    <dgm:pt modelId="{AA9389BE-8CDD-9649-BC7E-C56C9717CD92}" type="pres">
      <dgm:prSet presAssocID="{0AF5607C-D693-DF48-8C1E-7216352ABEB5}" presName="Name19" presStyleLbl="parChTrans1D2" presStyleIdx="2" presStyleCnt="6"/>
      <dgm:spPr/>
    </dgm:pt>
    <dgm:pt modelId="{4F7019B8-4712-EA49-8C4F-B25F7D2E9EA7}" type="pres">
      <dgm:prSet presAssocID="{CF1CAC65-ED2D-B241-AA20-70C157642A1F}" presName="Name21" presStyleCnt="0"/>
      <dgm:spPr/>
    </dgm:pt>
    <dgm:pt modelId="{DBD25F29-12EF-5149-B34C-0C6C0CB1A736}" type="pres">
      <dgm:prSet presAssocID="{CF1CAC65-ED2D-B241-AA20-70C157642A1F}" presName="level2Shape" presStyleLbl="node2" presStyleIdx="2" presStyleCnt="6"/>
      <dgm:spPr/>
    </dgm:pt>
    <dgm:pt modelId="{545460DA-8C32-E043-8782-5C307AC940DD}" type="pres">
      <dgm:prSet presAssocID="{CF1CAC65-ED2D-B241-AA20-70C157642A1F}" presName="hierChild3" presStyleCnt="0"/>
      <dgm:spPr/>
    </dgm:pt>
    <dgm:pt modelId="{D03CEB75-29BF-164F-BADF-81B394111763}" type="pres">
      <dgm:prSet presAssocID="{6C38B3F0-E45C-DB4B-AEA5-9EA0A7FD3D6E}" presName="Name19" presStyleLbl="parChTrans1D3" presStyleIdx="2" presStyleCnt="6"/>
      <dgm:spPr/>
    </dgm:pt>
    <dgm:pt modelId="{AE6860CF-15A1-8643-887B-B3FC38A66FB7}" type="pres">
      <dgm:prSet presAssocID="{D45F62BA-ED53-F440-A8E0-477BD84B090A}" presName="Name21" presStyleCnt="0"/>
      <dgm:spPr/>
    </dgm:pt>
    <dgm:pt modelId="{27E6C7FA-C55E-934A-9538-859DEF4A0F6D}" type="pres">
      <dgm:prSet presAssocID="{D45F62BA-ED53-F440-A8E0-477BD84B090A}" presName="level2Shape" presStyleLbl="node3" presStyleIdx="2" presStyleCnt="6"/>
      <dgm:spPr/>
    </dgm:pt>
    <dgm:pt modelId="{F4D1F468-5624-9F46-8502-5EE19650B873}" type="pres">
      <dgm:prSet presAssocID="{D45F62BA-ED53-F440-A8E0-477BD84B090A}" presName="hierChild3" presStyleCnt="0"/>
      <dgm:spPr/>
    </dgm:pt>
    <dgm:pt modelId="{33ED127A-8C7D-F94B-8252-46B3C2FA5430}" type="pres">
      <dgm:prSet presAssocID="{85C9D0C0-433D-274F-842A-4AFB8053655D}" presName="Name19" presStyleLbl="parChTrans1D4" presStyleIdx="4" presStyleCnt="10"/>
      <dgm:spPr/>
    </dgm:pt>
    <dgm:pt modelId="{CC3DC16D-44DA-FE4C-BBFB-2AA07E02F30C}" type="pres">
      <dgm:prSet presAssocID="{C600C286-DD00-0D4C-BB24-76BC6B6114AA}" presName="Name21" presStyleCnt="0"/>
      <dgm:spPr/>
    </dgm:pt>
    <dgm:pt modelId="{B45B57D6-35E1-E64C-8426-A2D6D9974965}" type="pres">
      <dgm:prSet presAssocID="{C600C286-DD00-0D4C-BB24-76BC6B6114AA}" presName="level2Shape" presStyleLbl="node4" presStyleIdx="4" presStyleCnt="10"/>
      <dgm:spPr/>
    </dgm:pt>
    <dgm:pt modelId="{5B972C4D-BB47-2E42-9482-48858E4E2396}" type="pres">
      <dgm:prSet presAssocID="{C600C286-DD00-0D4C-BB24-76BC6B6114AA}" presName="hierChild3" presStyleCnt="0"/>
      <dgm:spPr/>
    </dgm:pt>
    <dgm:pt modelId="{E35347D6-DDD5-1C49-B124-DFEA80688B73}" type="pres">
      <dgm:prSet presAssocID="{E9A94A9D-1E2C-C340-83A0-C22F5C601B60}" presName="Name19" presStyleLbl="parChTrans1D4" presStyleIdx="5" presStyleCnt="10"/>
      <dgm:spPr/>
    </dgm:pt>
    <dgm:pt modelId="{CC5E17B4-A826-5441-89C1-CBAA61EDBCBF}" type="pres">
      <dgm:prSet presAssocID="{70AC1650-8FC3-0E45-8730-85B4DD010DA5}" presName="Name21" presStyleCnt="0"/>
      <dgm:spPr/>
    </dgm:pt>
    <dgm:pt modelId="{411C05BE-103F-084C-8281-9E2FF0F034AD}" type="pres">
      <dgm:prSet presAssocID="{70AC1650-8FC3-0E45-8730-85B4DD010DA5}" presName="level2Shape" presStyleLbl="node4" presStyleIdx="5" presStyleCnt="10"/>
      <dgm:spPr/>
    </dgm:pt>
    <dgm:pt modelId="{F808182F-2CFB-A547-BB64-F1385003B83C}" type="pres">
      <dgm:prSet presAssocID="{70AC1650-8FC3-0E45-8730-85B4DD010DA5}" presName="hierChild3" presStyleCnt="0"/>
      <dgm:spPr/>
    </dgm:pt>
    <dgm:pt modelId="{A0EB6775-C16D-5148-AB39-6AFCF1A40A40}" type="pres">
      <dgm:prSet presAssocID="{352070CF-5BCC-DF42-89D6-EA697FD0E35C}" presName="Name19" presStyleLbl="parChTrans1D2" presStyleIdx="3" presStyleCnt="6"/>
      <dgm:spPr/>
    </dgm:pt>
    <dgm:pt modelId="{95842F09-C8F9-7C41-B10C-E3E500B9725A}" type="pres">
      <dgm:prSet presAssocID="{3194FBDD-726A-7F46-95AC-B75FCACA1B26}" presName="Name21" presStyleCnt="0"/>
      <dgm:spPr/>
    </dgm:pt>
    <dgm:pt modelId="{40EC928F-5534-614F-826B-3904458201F8}" type="pres">
      <dgm:prSet presAssocID="{3194FBDD-726A-7F46-95AC-B75FCACA1B26}" presName="level2Shape" presStyleLbl="node2" presStyleIdx="3" presStyleCnt="6"/>
      <dgm:spPr/>
    </dgm:pt>
    <dgm:pt modelId="{F57FBBB8-E629-5F43-AB07-5F79ABE8A37B}" type="pres">
      <dgm:prSet presAssocID="{3194FBDD-726A-7F46-95AC-B75FCACA1B26}" presName="hierChild3" presStyleCnt="0"/>
      <dgm:spPr/>
    </dgm:pt>
    <dgm:pt modelId="{A97F027E-F084-594E-A812-4E71D1E59C63}" type="pres">
      <dgm:prSet presAssocID="{30EBF569-0A3E-1346-8CFF-3FA86CD3B513}" presName="Name19" presStyleLbl="parChTrans1D3" presStyleIdx="3" presStyleCnt="6"/>
      <dgm:spPr/>
    </dgm:pt>
    <dgm:pt modelId="{16826202-C7FB-4744-8AE7-05A439D4377A}" type="pres">
      <dgm:prSet presAssocID="{3ED60E3C-765E-9846-A6D8-901EE02587AC}" presName="Name21" presStyleCnt="0"/>
      <dgm:spPr/>
    </dgm:pt>
    <dgm:pt modelId="{AFE96C3B-8D2D-004B-9294-173CFBAD80A0}" type="pres">
      <dgm:prSet presAssocID="{3ED60E3C-765E-9846-A6D8-901EE02587AC}" presName="level2Shape" presStyleLbl="node3" presStyleIdx="3" presStyleCnt="6"/>
      <dgm:spPr/>
    </dgm:pt>
    <dgm:pt modelId="{53002589-38E9-8647-9E9F-9A0D3F43A9E4}" type="pres">
      <dgm:prSet presAssocID="{3ED60E3C-765E-9846-A6D8-901EE02587AC}" presName="hierChild3" presStyleCnt="0"/>
      <dgm:spPr/>
    </dgm:pt>
    <dgm:pt modelId="{5F8E75C5-3FE1-934F-8307-E04E533CA206}" type="pres">
      <dgm:prSet presAssocID="{A6EDAE1A-A2F5-0D4C-ADF4-C67846516B61}" presName="Name19" presStyleLbl="parChTrans1D4" presStyleIdx="6" presStyleCnt="10"/>
      <dgm:spPr/>
    </dgm:pt>
    <dgm:pt modelId="{30211370-AE46-D244-87C2-D3E5F26226F6}" type="pres">
      <dgm:prSet presAssocID="{D2ED2E62-B1B8-1D4D-A43F-A4CAD5967610}" presName="Name21" presStyleCnt="0"/>
      <dgm:spPr/>
    </dgm:pt>
    <dgm:pt modelId="{BD90EDE9-1D1E-6740-93E4-E03AE6070586}" type="pres">
      <dgm:prSet presAssocID="{D2ED2E62-B1B8-1D4D-A43F-A4CAD5967610}" presName="level2Shape" presStyleLbl="node4" presStyleIdx="6" presStyleCnt="10"/>
      <dgm:spPr/>
    </dgm:pt>
    <dgm:pt modelId="{31DEC6AF-C1DD-2848-B696-6E82CBF0B6D2}" type="pres">
      <dgm:prSet presAssocID="{D2ED2E62-B1B8-1D4D-A43F-A4CAD5967610}" presName="hierChild3" presStyleCnt="0"/>
      <dgm:spPr/>
    </dgm:pt>
    <dgm:pt modelId="{8BB6F04F-D924-5848-926B-9A95A561982F}" type="pres">
      <dgm:prSet presAssocID="{87C59C63-7A4B-A64E-ADAB-EE5DB2EF9D68}" presName="Name19" presStyleLbl="parChTrans1D4" presStyleIdx="7" presStyleCnt="10"/>
      <dgm:spPr/>
    </dgm:pt>
    <dgm:pt modelId="{59CBCC33-32A6-9E42-99F4-F91B26EBEC63}" type="pres">
      <dgm:prSet presAssocID="{1D1AA5FF-D438-4B4D-8B44-BF66119F5852}" presName="Name21" presStyleCnt="0"/>
      <dgm:spPr/>
    </dgm:pt>
    <dgm:pt modelId="{2063EB25-038C-1D45-BBF1-3C9CC0915483}" type="pres">
      <dgm:prSet presAssocID="{1D1AA5FF-D438-4B4D-8B44-BF66119F5852}" presName="level2Shape" presStyleLbl="node4" presStyleIdx="7" presStyleCnt="10"/>
      <dgm:spPr/>
    </dgm:pt>
    <dgm:pt modelId="{023BAE11-EEDB-424A-A560-6172F4F0E425}" type="pres">
      <dgm:prSet presAssocID="{1D1AA5FF-D438-4B4D-8B44-BF66119F5852}" presName="hierChild3" presStyleCnt="0"/>
      <dgm:spPr/>
    </dgm:pt>
    <dgm:pt modelId="{3E855E33-EEA9-0B43-BC71-E0621536E4DD}" type="pres">
      <dgm:prSet presAssocID="{F5643CF1-D220-5E46-B257-AC59B12F72BE}" presName="Name19" presStyleLbl="parChTrans1D2" presStyleIdx="4" presStyleCnt="6"/>
      <dgm:spPr/>
    </dgm:pt>
    <dgm:pt modelId="{33F14FD2-D332-E444-8A65-1135474FE901}" type="pres">
      <dgm:prSet presAssocID="{B3C56E5D-4B11-7E42-A004-031579CF3C86}" presName="Name21" presStyleCnt="0"/>
      <dgm:spPr/>
    </dgm:pt>
    <dgm:pt modelId="{13A2BD82-0939-A04F-9D27-7DB87F4CB9F4}" type="pres">
      <dgm:prSet presAssocID="{B3C56E5D-4B11-7E42-A004-031579CF3C86}" presName="level2Shape" presStyleLbl="node2" presStyleIdx="4" presStyleCnt="6"/>
      <dgm:spPr/>
    </dgm:pt>
    <dgm:pt modelId="{8FE67251-A06B-E34D-8650-9011F664AF7B}" type="pres">
      <dgm:prSet presAssocID="{B3C56E5D-4B11-7E42-A004-031579CF3C86}" presName="hierChild3" presStyleCnt="0"/>
      <dgm:spPr/>
    </dgm:pt>
    <dgm:pt modelId="{65A39C4C-ADF6-8B48-833F-820278E8F4D4}" type="pres">
      <dgm:prSet presAssocID="{6E2FE437-BA42-984E-9058-32788F1EEBA8}" presName="Name19" presStyleLbl="parChTrans1D3" presStyleIdx="4" presStyleCnt="6"/>
      <dgm:spPr/>
    </dgm:pt>
    <dgm:pt modelId="{6FD01537-8777-2A4F-B8EA-31E67FEFCBDF}" type="pres">
      <dgm:prSet presAssocID="{254AEAE1-7BFB-0441-B20E-3599225D7A0F}" presName="Name21" presStyleCnt="0"/>
      <dgm:spPr/>
    </dgm:pt>
    <dgm:pt modelId="{59497BB3-A545-A847-ACF0-B24D51E44D0B}" type="pres">
      <dgm:prSet presAssocID="{254AEAE1-7BFB-0441-B20E-3599225D7A0F}" presName="level2Shape" presStyleLbl="node3" presStyleIdx="4" presStyleCnt="6"/>
      <dgm:spPr/>
    </dgm:pt>
    <dgm:pt modelId="{F806421D-73F3-4D48-A1C4-409BB6ACDA9D}" type="pres">
      <dgm:prSet presAssocID="{254AEAE1-7BFB-0441-B20E-3599225D7A0F}" presName="hierChild3" presStyleCnt="0"/>
      <dgm:spPr/>
    </dgm:pt>
    <dgm:pt modelId="{1C3DBB02-2817-3645-84DE-B83E9DE4E421}" type="pres">
      <dgm:prSet presAssocID="{EAEF4C59-7246-4743-9D04-81556F931DAC}" presName="Name19" presStyleLbl="parChTrans1D2" presStyleIdx="5" presStyleCnt="6"/>
      <dgm:spPr/>
    </dgm:pt>
    <dgm:pt modelId="{8C0BD1B5-4CB9-6C46-BBB8-266DB8D9E4B4}" type="pres">
      <dgm:prSet presAssocID="{654DA7D9-BB27-E342-8FDE-01918143D7D7}" presName="Name21" presStyleCnt="0"/>
      <dgm:spPr/>
    </dgm:pt>
    <dgm:pt modelId="{2BC4B971-D6DC-6340-8ED6-607A9D070EAE}" type="pres">
      <dgm:prSet presAssocID="{654DA7D9-BB27-E342-8FDE-01918143D7D7}" presName="level2Shape" presStyleLbl="node2" presStyleIdx="5" presStyleCnt="6"/>
      <dgm:spPr/>
    </dgm:pt>
    <dgm:pt modelId="{B323BD7A-0497-CA4D-8994-12C58A46785F}" type="pres">
      <dgm:prSet presAssocID="{654DA7D9-BB27-E342-8FDE-01918143D7D7}" presName="hierChild3" presStyleCnt="0"/>
      <dgm:spPr/>
    </dgm:pt>
    <dgm:pt modelId="{76E6FB94-0505-CC4E-9BA4-CBDA7DBCD665}" type="pres">
      <dgm:prSet presAssocID="{EDCCA75B-BDCD-F041-A1AC-82A344C9EE8F}" presName="Name19" presStyleLbl="parChTrans1D3" presStyleIdx="5" presStyleCnt="6"/>
      <dgm:spPr/>
    </dgm:pt>
    <dgm:pt modelId="{04D624D6-6683-654A-A5D6-8BF40DE3ADEB}" type="pres">
      <dgm:prSet presAssocID="{4528D2CA-E086-0B41-922F-A88F3925BA87}" presName="Name21" presStyleCnt="0"/>
      <dgm:spPr/>
    </dgm:pt>
    <dgm:pt modelId="{5F6D90D1-AF01-3046-A519-04CA276ADD78}" type="pres">
      <dgm:prSet presAssocID="{4528D2CA-E086-0B41-922F-A88F3925BA87}" presName="level2Shape" presStyleLbl="node3" presStyleIdx="5" presStyleCnt="6"/>
      <dgm:spPr/>
    </dgm:pt>
    <dgm:pt modelId="{6AA06119-9280-6648-A82E-3D00887DE216}" type="pres">
      <dgm:prSet presAssocID="{4528D2CA-E086-0B41-922F-A88F3925BA87}" presName="hierChild3" presStyleCnt="0"/>
      <dgm:spPr/>
    </dgm:pt>
    <dgm:pt modelId="{4BBD0703-2170-B848-A502-08361F010F11}" type="pres">
      <dgm:prSet presAssocID="{DC5908F3-977B-DE4E-805E-FDBCB27C2D3B}" presName="Name19" presStyleLbl="parChTrans1D4" presStyleIdx="8" presStyleCnt="10"/>
      <dgm:spPr/>
    </dgm:pt>
    <dgm:pt modelId="{8FC973F8-41AF-A848-AEF9-21E33213C611}" type="pres">
      <dgm:prSet presAssocID="{8B9BA052-4480-2C42-819D-97A5A52846DF}" presName="Name21" presStyleCnt="0"/>
      <dgm:spPr/>
    </dgm:pt>
    <dgm:pt modelId="{4C8122ED-FF16-C441-954F-5BE9870E7CA2}" type="pres">
      <dgm:prSet presAssocID="{8B9BA052-4480-2C42-819D-97A5A52846DF}" presName="level2Shape" presStyleLbl="node4" presStyleIdx="8" presStyleCnt="10"/>
      <dgm:spPr/>
    </dgm:pt>
    <dgm:pt modelId="{EEFD1DEE-6257-8A48-AF08-E4E65F06D603}" type="pres">
      <dgm:prSet presAssocID="{8B9BA052-4480-2C42-819D-97A5A52846DF}" presName="hierChild3" presStyleCnt="0"/>
      <dgm:spPr/>
    </dgm:pt>
    <dgm:pt modelId="{488046A2-38A8-3D4A-B13C-8AF1A59DCDB6}" type="pres">
      <dgm:prSet presAssocID="{BB969BB6-065C-544D-929E-661A4737BC40}" presName="Name19" presStyleLbl="parChTrans1D4" presStyleIdx="9" presStyleCnt="10"/>
      <dgm:spPr/>
    </dgm:pt>
    <dgm:pt modelId="{C8EB421F-BCBC-B148-8901-D16B851D3F0C}" type="pres">
      <dgm:prSet presAssocID="{BE7FE647-7CFC-B94B-BD4F-982840683C64}" presName="Name21" presStyleCnt="0"/>
      <dgm:spPr/>
    </dgm:pt>
    <dgm:pt modelId="{C3F7BDAA-F6D4-5947-A939-71FD135BE17B}" type="pres">
      <dgm:prSet presAssocID="{BE7FE647-7CFC-B94B-BD4F-982840683C64}" presName="level2Shape" presStyleLbl="node4" presStyleIdx="9" presStyleCnt="10"/>
      <dgm:spPr/>
    </dgm:pt>
    <dgm:pt modelId="{913D20F0-9ECC-E44E-A1A0-DB8FC511B64A}" type="pres">
      <dgm:prSet presAssocID="{BE7FE647-7CFC-B94B-BD4F-982840683C64}" presName="hierChild3" presStyleCnt="0"/>
      <dgm:spPr/>
    </dgm:pt>
    <dgm:pt modelId="{7A232263-AD71-DA47-9AF0-660E277FAB4C}" type="pres">
      <dgm:prSet presAssocID="{A3BF45FF-AC7A-C44F-8E9F-AEB26710F429}" presName="bgShapesFlow" presStyleCnt="0"/>
      <dgm:spPr/>
    </dgm:pt>
  </dgm:ptLst>
  <dgm:cxnLst>
    <dgm:cxn modelId="{56E21406-6ADB-6045-846F-38A719FC0D64}" type="presOf" srcId="{E604C046-44DF-5649-AECD-F85442452843}" destId="{B6CD7F55-526D-504B-B6C5-7102EFE9397B}" srcOrd="0" destOrd="0" presId="urn:microsoft.com/office/officeart/2005/8/layout/hierarchy6"/>
    <dgm:cxn modelId="{1021A308-775E-E141-BB30-2393607A4A3C}" srcId="{36DD52BB-5F7A-9A4D-8687-C08448918845}" destId="{4491F6AA-20F6-AD44-9562-28BAF204217F}" srcOrd="0" destOrd="0" parTransId="{C7D2DA66-B909-AA4A-AC2E-E7C9CBA8371C}" sibTransId="{4CBB52CB-22BA-334B-8839-B1862D207675}"/>
    <dgm:cxn modelId="{0C3D1709-93E8-6F44-812D-15031BF2990D}" srcId="{36DD52BB-5F7A-9A4D-8687-C08448918845}" destId="{B3C56E5D-4B11-7E42-A004-031579CF3C86}" srcOrd="4" destOrd="0" parTransId="{F5643CF1-D220-5E46-B257-AC59B12F72BE}" sibTransId="{A6D77B82-0644-0249-9D65-10A5776B7143}"/>
    <dgm:cxn modelId="{6C26000B-5414-A94F-9984-CC83664D5FC0}" type="presOf" srcId="{6C38B3F0-E45C-DB4B-AEA5-9EA0A7FD3D6E}" destId="{D03CEB75-29BF-164F-BADF-81B394111763}" srcOrd="0" destOrd="0" presId="urn:microsoft.com/office/officeart/2005/8/layout/hierarchy6"/>
    <dgm:cxn modelId="{64C3BD0C-1D89-F04C-A0E6-35C95EBEF132}" srcId="{654DA7D9-BB27-E342-8FDE-01918143D7D7}" destId="{4528D2CA-E086-0B41-922F-A88F3925BA87}" srcOrd="0" destOrd="0" parTransId="{EDCCA75B-BDCD-F041-A1AC-82A344C9EE8F}" sibTransId="{A67613DA-0EA0-574E-B10A-CAB746C86C56}"/>
    <dgm:cxn modelId="{16ED6F0D-F00A-0D44-92E7-8E041C4E6F58}" type="presOf" srcId="{B3C56E5D-4B11-7E42-A004-031579CF3C86}" destId="{13A2BD82-0939-A04F-9D27-7DB87F4CB9F4}" srcOrd="0" destOrd="0" presId="urn:microsoft.com/office/officeart/2005/8/layout/hierarchy6"/>
    <dgm:cxn modelId="{4A177114-1A46-9A44-88D3-D5374C20192A}" type="presOf" srcId="{A6EDAE1A-A2F5-0D4C-ADF4-C67846516B61}" destId="{5F8E75C5-3FE1-934F-8307-E04E533CA206}" srcOrd="0" destOrd="0" presId="urn:microsoft.com/office/officeart/2005/8/layout/hierarchy6"/>
    <dgm:cxn modelId="{F8D9C518-16BB-2644-8BF4-14AEF7A23D00}" srcId="{4491F6AA-20F6-AD44-9562-28BAF204217F}" destId="{51BB3027-A662-1742-BC19-B09797AAAB0A}" srcOrd="0" destOrd="0" parTransId="{2803C317-2FA6-6F4C-B219-B9CEE144EAD3}" sibTransId="{EA8A2FC1-8804-2143-B554-B80A4F4F3EE8}"/>
    <dgm:cxn modelId="{340BF01F-EC8B-4C46-8531-A30A856C15FD}" srcId="{933704F1-4F43-A240-AFDF-E1A02C16BABE}" destId="{C68E3E45-611D-4746-BB02-FA0CD061F474}" srcOrd="0" destOrd="0" parTransId="{4A135C2E-76B1-C44D-97C7-1E38656AA813}" sibTransId="{0B29BA7D-EEE1-1643-8CD2-294D564DD91A}"/>
    <dgm:cxn modelId="{A6DCBB20-0F51-A24B-99CD-E0B1AD29DCAD}" srcId="{C68E3E45-611D-4746-BB02-FA0CD061F474}" destId="{F34D5B62-D367-594F-BC0F-5B113D2C8958}" srcOrd="0" destOrd="0" parTransId="{90FC11A2-6B80-344F-86BD-2D1AE3F1FE6B}" sibTransId="{429CC663-0EB2-7D47-809A-D5D3DA85FE24}"/>
    <dgm:cxn modelId="{024B712D-8B6D-6F4D-BE66-CC51162FDE39}" type="presOf" srcId="{3ED60E3C-765E-9846-A6D8-901EE02587AC}" destId="{AFE96C3B-8D2D-004B-9294-173CFBAD80A0}" srcOrd="0" destOrd="0" presId="urn:microsoft.com/office/officeart/2005/8/layout/hierarchy6"/>
    <dgm:cxn modelId="{AA93C12E-4669-244A-9060-38EEB7245494}" srcId="{D2ED2E62-B1B8-1D4D-A43F-A4CAD5967610}" destId="{1D1AA5FF-D438-4B4D-8B44-BF66119F5852}" srcOrd="0" destOrd="0" parTransId="{87C59C63-7A4B-A64E-ADAB-EE5DB2EF9D68}" sibTransId="{62AC5B3A-D756-0A43-A596-5ABBE596ACC9}"/>
    <dgm:cxn modelId="{6E4AA631-7BA9-9C4E-980F-90C960233BB6}" type="presOf" srcId="{C68E3E45-611D-4746-BB02-FA0CD061F474}" destId="{95EDDAE3-C7A5-A643-8EAE-5D986A174383}" srcOrd="0" destOrd="0" presId="urn:microsoft.com/office/officeart/2005/8/layout/hierarchy6"/>
    <dgm:cxn modelId="{141DFF33-567B-C241-B807-0E318B06AE8A}" type="presOf" srcId="{36DD52BB-5F7A-9A4D-8687-C08448918845}" destId="{42907877-C32D-304D-AC49-D9D5124F3810}" srcOrd="0" destOrd="0" presId="urn:microsoft.com/office/officeart/2005/8/layout/hierarchy6"/>
    <dgm:cxn modelId="{BE810F38-C3A3-A845-89BE-7B85B8D6638C}" type="presOf" srcId="{85C9D0C0-433D-274F-842A-4AFB8053655D}" destId="{33ED127A-8C7D-F94B-8252-46B3C2FA5430}" srcOrd="0" destOrd="0" presId="urn:microsoft.com/office/officeart/2005/8/layout/hierarchy6"/>
    <dgm:cxn modelId="{2CF54538-2D2A-A74A-AF1F-6C49DBE62712}" type="presOf" srcId="{4528D2CA-E086-0B41-922F-A88F3925BA87}" destId="{5F6D90D1-AF01-3046-A519-04CA276ADD78}" srcOrd="0" destOrd="0" presId="urn:microsoft.com/office/officeart/2005/8/layout/hierarchy6"/>
    <dgm:cxn modelId="{55B7D33C-F90F-8841-A8B6-DCD02388BDD0}" srcId="{8B9BA052-4480-2C42-819D-97A5A52846DF}" destId="{BE7FE647-7CFC-B94B-BD4F-982840683C64}" srcOrd="0" destOrd="0" parTransId="{BB969BB6-065C-544D-929E-661A4737BC40}" sibTransId="{5437E0BD-9D2E-944F-A0B0-96DAB0B6939D}"/>
    <dgm:cxn modelId="{09F18F3F-7C3F-B646-B4BF-B4CC0C03F1FE}" srcId="{36DD52BB-5F7A-9A4D-8687-C08448918845}" destId="{3194FBDD-726A-7F46-95AC-B75FCACA1B26}" srcOrd="3" destOrd="0" parTransId="{352070CF-5BCC-DF42-89D6-EA697FD0E35C}" sibTransId="{E16F8F5B-9817-D94F-8792-713155F6C4C1}"/>
    <dgm:cxn modelId="{63FB7B41-1299-F341-98C7-3F500AE5F84E}" type="presOf" srcId="{A3BF45FF-AC7A-C44F-8E9F-AEB26710F429}" destId="{D2C3EC46-B6AF-8943-89C0-C74175623131}" srcOrd="0" destOrd="0" presId="urn:microsoft.com/office/officeart/2005/8/layout/hierarchy6"/>
    <dgm:cxn modelId="{54C95342-A0B9-8F4A-B31A-8B2DA4323018}" srcId="{C600C286-DD00-0D4C-BB24-76BC6B6114AA}" destId="{70AC1650-8FC3-0E45-8730-85B4DD010DA5}" srcOrd="0" destOrd="0" parTransId="{E9A94A9D-1E2C-C340-83A0-C22F5C601B60}" sibTransId="{7AC011A7-CCCF-D04B-A289-2A146A3F6D45}"/>
    <dgm:cxn modelId="{D5F7CB43-CA9D-2F45-9FC3-5C758DB98E72}" type="presOf" srcId="{254AEAE1-7BFB-0441-B20E-3599225D7A0F}" destId="{59497BB3-A545-A847-ACF0-B24D51E44D0B}" srcOrd="0" destOrd="0" presId="urn:microsoft.com/office/officeart/2005/8/layout/hierarchy6"/>
    <dgm:cxn modelId="{1BB39C48-0030-9142-9F63-C5C8EE25D664}" type="presOf" srcId="{2803C317-2FA6-6F4C-B219-B9CEE144EAD3}" destId="{809F7F00-2F1B-C247-8128-03C37A636050}" srcOrd="0" destOrd="0" presId="urn:microsoft.com/office/officeart/2005/8/layout/hierarchy6"/>
    <dgm:cxn modelId="{466BA849-1FAE-C04D-8E66-9AE4DFDB970C}" srcId="{B3C56E5D-4B11-7E42-A004-031579CF3C86}" destId="{254AEAE1-7BFB-0441-B20E-3599225D7A0F}" srcOrd="0" destOrd="0" parTransId="{6E2FE437-BA42-984E-9058-32788F1EEBA8}" sibTransId="{D23DDD34-E819-E441-9BEC-AD9F1FF91E25}"/>
    <dgm:cxn modelId="{39A6184F-7ACC-A94F-877C-361F0188A08A}" srcId="{51BB3027-A662-1742-BC19-B09797AAAB0A}" destId="{C579C9F6-FC7A-C642-8136-29EAB6B85836}" srcOrd="0" destOrd="0" parTransId="{8931E77D-1F50-F245-8ABC-87928600292D}" sibTransId="{9C98A894-F2A8-1F4C-97CA-678DDE7B385B}"/>
    <dgm:cxn modelId="{1E34C452-4A2D-BE4C-A6CD-F56055588933}" type="presOf" srcId="{C579C9F6-FC7A-C642-8136-29EAB6B85836}" destId="{C464F2D4-5BC9-FC42-8CA8-77E1EBE69BE9}" srcOrd="0" destOrd="0" presId="urn:microsoft.com/office/officeart/2005/8/layout/hierarchy6"/>
    <dgm:cxn modelId="{6D76C452-FD4B-9E41-BDF6-721B95A14577}" type="presOf" srcId="{582457D1-E529-7C4F-A56C-0AA881EC6F2B}" destId="{F7792646-A384-7E47-95BF-10A1B7A4EEE1}" srcOrd="0" destOrd="0" presId="urn:microsoft.com/office/officeart/2005/8/layout/hierarchy6"/>
    <dgm:cxn modelId="{D70D3953-FCF6-AE4C-B2FF-F7820270666D}" type="presOf" srcId="{8B9BA052-4480-2C42-819D-97A5A52846DF}" destId="{4C8122ED-FF16-C441-954F-5BE9870E7CA2}" srcOrd="0" destOrd="0" presId="urn:microsoft.com/office/officeart/2005/8/layout/hierarchy6"/>
    <dgm:cxn modelId="{8A073F54-0DF2-A543-BEDF-4A55E0C33C3B}" type="presOf" srcId="{C7D2DA66-B909-AA4A-AC2E-E7C9CBA8371C}" destId="{06B82830-9817-C74F-98EE-97B6BB9B3C77}" srcOrd="0" destOrd="0" presId="urn:microsoft.com/office/officeart/2005/8/layout/hierarchy6"/>
    <dgm:cxn modelId="{94B4BB54-7E90-8A43-83D8-C61987E8167F}" srcId="{CF1CAC65-ED2D-B241-AA20-70C157642A1F}" destId="{D45F62BA-ED53-F440-A8E0-477BD84B090A}" srcOrd="0" destOrd="0" parTransId="{6C38B3F0-E45C-DB4B-AEA5-9EA0A7FD3D6E}" sibTransId="{06B05631-4395-994F-BC90-03989097A43E}"/>
    <dgm:cxn modelId="{92C6D467-76E0-7641-9935-26ADD4384ED7}" type="presOf" srcId="{52E95DC2-F491-9641-8FB3-07C64D48FB63}" destId="{E1BFC5F3-B416-6042-9AA2-D756979C7482}" srcOrd="0" destOrd="0" presId="urn:microsoft.com/office/officeart/2005/8/layout/hierarchy6"/>
    <dgm:cxn modelId="{C9961B6A-3EB5-2A4D-A08F-89D534731295}" type="presOf" srcId="{EDCCA75B-BDCD-F041-A1AC-82A344C9EE8F}" destId="{76E6FB94-0505-CC4E-9BA4-CBDA7DBCD665}" srcOrd="0" destOrd="0" presId="urn:microsoft.com/office/officeart/2005/8/layout/hierarchy6"/>
    <dgm:cxn modelId="{19FE6B6A-0161-7E43-AB23-F76B1F46DCFE}" type="presOf" srcId="{4A135C2E-76B1-C44D-97C7-1E38656AA813}" destId="{A78CF32E-F5F4-9D4F-9D2F-5F6EB389CB95}" srcOrd="0" destOrd="0" presId="urn:microsoft.com/office/officeart/2005/8/layout/hierarchy6"/>
    <dgm:cxn modelId="{6968856D-FFCC-5648-A7F9-C6C040E49C30}" type="presOf" srcId="{0AF5607C-D693-DF48-8C1E-7216352ABEB5}" destId="{AA9389BE-8CDD-9649-BC7E-C56C9717CD92}" srcOrd="0" destOrd="0" presId="urn:microsoft.com/office/officeart/2005/8/layout/hierarchy6"/>
    <dgm:cxn modelId="{AA3EDE73-21CC-0E46-A61B-B5181540C40E}" type="presOf" srcId="{CF1CAC65-ED2D-B241-AA20-70C157642A1F}" destId="{DBD25F29-12EF-5149-B34C-0C6C0CB1A736}" srcOrd="0" destOrd="0" presId="urn:microsoft.com/office/officeart/2005/8/layout/hierarchy6"/>
    <dgm:cxn modelId="{0A83AD74-6E3F-AA49-9ED5-E2EE43DCA37B}" type="presOf" srcId="{F5643CF1-D220-5E46-B257-AC59B12F72BE}" destId="{3E855E33-EEA9-0B43-BC71-E0621536E4DD}" srcOrd="0" destOrd="0" presId="urn:microsoft.com/office/officeart/2005/8/layout/hierarchy6"/>
    <dgm:cxn modelId="{4C983775-DF3F-3A4F-A87A-8870A45303E6}" type="presOf" srcId="{E9A94A9D-1E2C-C340-83A0-C22F5C601B60}" destId="{E35347D6-DDD5-1C49-B124-DFEA80688B73}" srcOrd="0" destOrd="0" presId="urn:microsoft.com/office/officeart/2005/8/layout/hierarchy6"/>
    <dgm:cxn modelId="{EB742C79-EE36-D148-9741-83FB0B6A5F3E}" type="presOf" srcId="{F3395E12-16F1-F14C-A500-6107C8505910}" destId="{58134E0D-A372-D349-850A-ED7203FC8D1B}" srcOrd="0" destOrd="0" presId="urn:microsoft.com/office/officeart/2005/8/layout/hierarchy6"/>
    <dgm:cxn modelId="{6B7FA879-F629-454A-955C-3F0DD73B9630}" srcId="{3194FBDD-726A-7F46-95AC-B75FCACA1B26}" destId="{3ED60E3C-765E-9846-A6D8-901EE02587AC}" srcOrd="0" destOrd="0" parTransId="{30EBF569-0A3E-1346-8CFF-3FA86CD3B513}" sibTransId="{D3E92706-F7C8-EA49-82E2-37DED60CD50D}"/>
    <dgm:cxn modelId="{39C33280-4930-E645-9CD5-CD8027C3B512}" type="presOf" srcId="{87C59C63-7A4B-A64E-ADAB-EE5DB2EF9D68}" destId="{8BB6F04F-D924-5848-926B-9A95A561982F}" srcOrd="0" destOrd="0" presId="urn:microsoft.com/office/officeart/2005/8/layout/hierarchy6"/>
    <dgm:cxn modelId="{DE56F286-28A6-D043-956D-40C9111D9D16}" type="presOf" srcId="{F34D5B62-D367-594F-BC0F-5B113D2C8958}" destId="{B82D587A-D7C5-B148-BA17-5AFA2AA7C295}" srcOrd="0" destOrd="0" presId="urn:microsoft.com/office/officeart/2005/8/layout/hierarchy6"/>
    <dgm:cxn modelId="{A1A4328A-DD84-D542-9628-A2C2795660C9}" type="presOf" srcId="{654DA7D9-BB27-E342-8FDE-01918143D7D7}" destId="{2BC4B971-D6DC-6340-8ED6-607A9D070EAE}" srcOrd="0" destOrd="0" presId="urn:microsoft.com/office/officeart/2005/8/layout/hierarchy6"/>
    <dgm:cxn modelId="{FB015D8A-EEE1-FB44-BF1E-CA89534B4136}" type="presOf" srcId="{933704F1-4F43-A240-AFDF-E1A02C16BABE}" destId="{F072F801-AAF9-B542-92C4-0CD0B27F2BA4}" srcOrd="0" destOrd="0" presId="urn:microsoft.com/office/officeart/2005/8/layout/hierarchy6"/>
    <dgm:cxn modelId="{78696B90-D3B8-E842-83F6-49D023063689}" srcId="{36DD52BB-5F7A-9A4D-8687-C08448918845}" destId="{CF1CAC65-ED2D-B241-AA20-70C157642A1F}" srcOrd="2" destOrd="0" parTransId="{0AF5607C-D693-DF48-8C1E-7216352ABEB5}" sibTransId="{6B971FAF-BE7A-AF4E-AEE4-AAA88FF52655}"/>
    <dgm:cxn modelId="{2ABCE490-9F23-3149-849A-88550CDFDBFA}" type="presOf" srcId="{1D1AA5FF-D438-4B4D-8B44-BF66119F5852}" destId="{2063EB25-038C-1D45-BBF1-3C9CC0915483}" srcOrd="0" destOrd="0" presId="urn:microsoft.com/office/officeart/2005/8/layout/hierarchy6"/>
    <dgm:cxn modelId="{1449ED98-34D7-194C-AE44-3A31C947AE9B}" type="presOf" srcId="{51BB3027-A662-1742-BC19-B09797AAAB0A}" destId="{B135CC2C-4756-E546-84EC-6F668FB37ECC}" srcOrd="0" destOrd="0" presId="urn:microsoft.com/office/officeart/2005/8/layout/hierarchy6"/>
    <dgm:cxn modelId="{6278429C-85F0-B04F-B75D-19CCA59C10A4}" srcId="{52E95DC2-F491-9641-8FB3-07C64D48FB63}" destId="{E604C046-44DF-5649-AECD-F85442452843}" srcOrd="0" destOrd="0" parTransId="{582457D1-E529-7C4F-A56C-0AA881EC6F2B}" sibTransId="{3F5D5CA0-BA4D-4744-8F06-A69EA6DBCBF4}"/>
    <dgm:cxn modelId="{8E40289D-B954-B746-AD19-15CE6E723980}" type="presOf" srcId="{30EBF569-0A3E-1346-8CFF-3FA86CD3B513}" destId="{A97F027E-F084-594E-A812-4E71D1E59C63}" srcOrd="0" destOrd="0" presId="urn:microsoft.com/office/officeart/2005/8/layout/hierarchy6"/>
    <dgm:cxn modelId="{71C6C59E-A1C4-4140-B952-1E5E3027C66E}" type="presOf" srcId="{A18342EB-266F-5F4E-A9A0-3E65AA2191B4}" destId="{334752AB-62A4-154F-9B53-73BA214CAEC8}" srcOrd="0" destOrd="0" presId="urn:microsoft.com/office/officeart/2005/8/layout/hierarchy6"/>
    <dgm:cxn modelId="{FB807DA1-37E1-8748-998C-545EB1F2EE61}" type="presOf" srcId="{D2ED2E62-B1B8-1D4D-A43F-A4CAD5967610}" destId="{BD90EDE9-1D1E-6740-93E4-E03AE6070586}" srcOrd="0" destOrd="0" presId="urn:microsoft.com/office/officeart/2005/8/layout/hierarchy6"/>
    <dgm:cxn modelId="{495A9EA1-97A6-774E-9710-CF4DAA2FA41B}" type="presOf" srcId="{BE7FE647-7CFC-B94B-BD4F-982840683C64}" destId="{C3F7BDAA-F6D4-5947-A939-71FD135BE17B}" srcOrd="0" destOrd="0" presId="urn:microsoft.com/office/officeart/2005/8/layout/hierarchy6"/>
    <dgm:cxn modelId="{0E1CBAA4-FCE6-2A4B-88E0-1FD0AADAADB8}" type="presOf" srcId="{C600C286-DD00-0D4C-BB24-76BC6B6114AA}" destId="{B45B57D6-35E1-E64C-8426-A2D6D9974965}" srcOrd="0" destOrd="0" presId="urn:microsoft.com/office/officeart/2005/8/layout/hierarchy6"/>
    <dgm:cxn modelId="{A992F9AB-947C-F445-9D31-91D209D6CD25}" srcId="{3ED60E3C-765E-9846-A6D8-901EE02587AC}" destId="{D2ED2E62-B1B8-1D4D-A43F-A4CAD5967610}" srcOrd="0" destOrd="0" parTransId="{A6EDAE1A-A2F5-0D4C-ADF4-C67846516B61}" sibTransId="{3E62C18B-ABA4-564F-AAF2-0FBCD6621CC9}"/>
    <dgm:cxn modelId="{7A1171AC-BF9F-5D48-B6CB-0CC225ED9B55}" srcId="{36DD52BB-5F7A-9A4D-8687-C08448918845}" destId="{654DA7D9-BB27-E342-8FDE-01918143D7D7}" srcOrd="5" destOrd="0" parTransId="{EAEF4C59-7246-4743-9D04-81556F931DAC}" sibTransId="{B3C80AC1-B9D8-594F-9825-8D4D8F00CE78}"/>
    <dgm:cxn modelId="{F90ACBB3-1758-0E4F-869E-DE0A6A9BE42A}" type="presOf" srcId="{8931E77D-1F50-F245-8ABC-87928600292D}" destId="{B8EF09B1-9655-2347-AA63-896CA8664D44}" srcOrd="0" destOrd="0" presId="urn:microsoft.com/office/officeart/2005/8/layout/hierarchy6"/>
    <dgm:cxn modelId="{97FDF6BA-0C25-D940-8DCF-E21FFF38F9B8}" srcId="{36DD52BB-5F7A-9A4D-8687-C08448918845}" destId="{52E95DC2-F491-9641-8FB3-07C64D48FB63}" srcOrd="1" destOrd="0" parTransId="{F3395E12-16F1-F14C-A500-6107C8505910}" sibTransId="{EEC46DB2-630B-AC4D-AF74-151A7CE3FCA5}"/>
    <dgm:cxn modelId="{CFB180C1-B39C-6A49-84B5-19ADF33FD243}" srcId="{E604C046-44DF-5649-AECD-F85442452843}" destId="{933704F1-4F43-A240-AFDF-E1A02C16BABE}" srcOrd="0" destOrd="0" parTransId="{A18342EB-266F-5F4E-A9A0-3E65AA2191B4}" sibTransId="{6E70C1B5-5B76-4340-8556-648851A0284A}"/>
    <dgm:cxn modelId="{AB79AFC4-2830-DC45-A1E8-F7DBA6B4AB33}" srcId="{D45F62BA-ED53-F440-A8E0-477BD84B090A}" destId="{C600C286-DD00-0D4C-BB24-76BC6B6114AA}" srcOrd="0" destOrd="0" parTransId="{85C9D0C0-433D-274F-842A-4AFB8053655D}" sibTransId="{4DA92D20-5AAD-B849-9A78-1EEA0DFE64C9}"/>
    <dgm:cxn modelId="{4EF6CCC9-1A9E-3046-945B-259C31CFAA21}" type="presOf" srcId="{6E2FE437-BA42-984E-9058-32788F1EEBA8}" destId="{65A39C4C-ADF6-8B48-833F-820278E8F4D4}" srcOrd="0" destOrd="0" presId="urn:microsoft.com/office/officeart/2005/8/layout/hierarchy6"/>
    <dgm:cxn modelId="{9AFB8ECE-6C29-C443-8E1C-8DA7D1779240}" type="presOf" srcId="{90FC11A2-6B80-344F-86BD-2D1AE3F1FE6B}" destId="{8E05A635-0059-D443-9B64-1D2AB69A1BF0}" srcOrd="0" destOrd="0" presId="urn:microsoft.com/office/officeart/2005/8/layout/hierarchy6"/>
    <dgm:cxn modelId="{4CD674D8-EC87-3549-9515-F39A848C8E8F}" type="presOf" srcId="{3194FBDD-726A-7F46-95AC-B75FCACA1B26}" destId="{40EC928F-5534-614F-826B-3904458201F8}" srcOrd="0" destOrd="0" presId="urn:microsoft.com/office/officeart/2005/8/layout/hierarchy6"/>
    <dgm:cxn modelId="{60153DDF-7EA8-5A41-8BC1-2717AEA26381}" type="presOf" srcId="{BB969BB6-065C-544D-929E-661A4737BC40}" destId="{488046A2-38A8-3D4A-B13C-8AF1A59DCDB6}" srcOrd="0" destOrd="0" presId="urn:microsoft.com/office/officeart/2005/8/layout/hierarchy6"/>
    <dgm:cxn modelId="{F1FEADE6-B950-764D-9FA1-CB325B2241D7}" type="presOf" srcId="{EAEF4C59-7246-4743-9D04-81556F931DAC}" destId="{1C3DBB02-2817-3645-84DE-B83E9DE4E421}" srcOrd="0" destOrd="0" presId="urn:microsoft.com/office/officeart/2005/8/layout/hierarchy6"/>
    <dgm:cxn modelId="{430002EF-F410-6945-8444-AFE157F29A31}" type="presOf" srcId="{352070CF-5BCC-DF42-89D6-EA697FD0E35C}" destId="{A0EB6775-C16D-5148-AB39-6AFCF1A40A40}" srcOrd="0" destOrd="0" presId="urn:microsoft.com/office/officeart/2005/8/layout/hierarchy6"/>
    <dgm:cxn modelId="{FD15A4EF-19E9-7348-B240-2289A09DA9F7}" srcId="{A3BF45FF-AC7A-C44F-8E9F-AEB26710F429}" destId="{36DD52BB-5F7A-9A4D-8687-C08448918845}" srcOrd="0" destOrd="0" parTransId="{BAF0739B-D4BE-4D41-A335-BCF4B4FA3769}" sibTransId="{95391527-D54C-3347-8FB2-AE047E94A916}"/>
    <dgm:cxn modelId="{7AE58FF0-683E-714A-863F-E2235084CCB0}" type="presOf" srcId="{D45F62BA-ED53-F440-A8E0-477BD84B090A}" destId="{27E6C7FA-C55E-934A-9538-859DEF4A0F6D}" srcOrd="0" destOrd="0" presId="urn:microsoft.com/office/officeart/2005/8/layout/hierarchy6"/>
    <dgm:cxn modelId="{E2FB96F0-D38A-9542-A38D-D38CCAE3751B}" type="presOf" srcId="{4491F6AA-20F6-AD44-9562-28BAF204217F}" destId="{1DB24B1F-4FB5-854D-BD33-E2BD188CF4EA}" srcOrd="0" destOrd="0" presId="urn:microsoft.com/office/officeart/2005/8/layout/hierarchy6"/>
    <dgm:cxn modelId="{C041DBF7-0FFD-4B47-919D-DC0A5FF55CAA}" type="presOf" srcId="{DC5908F3-977B-DE4E-805E-FDBCB27C2D3B}" destId="{4BBD0703-2170-B848-A502-08361F010F11}" srcOrd="0" destOrd="0" presId="urn:microsoft.com/office/officeart/2005/8/layout/hierarchy6"/>
    <dgm:cxn modelId="{5DD2D0FA-B8B6-EC47-B19F-44E670F3A0E1}" type="presOf" srcId="{70AC1650-8FC3-0E45-8730-85B4DD010DA5}" destId="{411C05BE-103F-084C-8281-9E2FF0F034AD}" srcOrd="0" destOrd="0" presId="urn:microsoft.com/office/officeart/2005/8/layout/hierarchy6"/>
    <dgm:cxn modelId="{D39606FC-EDD8-CB4F-BA35-BA7631675E5D}" srcId="{4528D2CA-E086-0B41-922F-A88F3925BA87}" destId="{8B9BA052-4480-2C42-819D-97A5A52846DF}" srcOrd="0" destOrd="0" parTransId="{DC5908F3-977B-DE4E-805E-FDBCB27C2D3B}" sibTransId="{3F0F33F3-A97C-824F-9C38-5C315016D174}"/>
    <dgm:cxn modelId="{51676521-F9CA-6141-91C1-06259F3B2653}" type="presParOf" srcId="{D2C3EC46-B6AF-8943-89C0-C74175623131}" destId="{3F4147B4-8097-654F-B0E6-8AD0D0C1766A}" srcOrd="0" destOrd="0" presId="urn:microsoft.com/office/officeart/2005/8/layout/hierarchy6"/>
    <dgm:cxn modelId="{98798AA1-1B86-C047-910F-8A85A6F6B648}" type="presParOf" srcId="{3F4147B4-8097-654F-B0E6-8AD0D0C1766A}" destId="{166003B9-83AD-0148-AFE4-05DAB2E91C6F}" srcOrd="0" destOrd="0" presId="urn:microsoft.com/office/officeart/2005/8/layout/hierarchy6"/>
    <dgm:cxn modelId="{5A1D219A-FA8B-A642-9FA2-1D0F1F9A73CE}" type="presParOf" srcId="{166003B9-83AD-0148-AFE4-05DAB2E91C6F}" destId="{969171A3-1BD7-424C-B822-DE0C5A13FDD8}" srcOrd="0" destOrd="0" presId="urn:microsoft.com/office/officeart/2005/8/layout/hierarchy6"/>
    <dgm:cxn modelId="{1462B62A-55BE-044D-9636-21ED72AEF611}" type="presParOf" srcId="{969171A3-1BD7-424C-B822-DE0C5A13FDD8}" destId="{42907877-C32D-304D-AC49-D9D5124F3810}" srcOrd="0" destOrd="0" presId="urn:microsoft.com/office/officeart/2005/8/layout/hierarchy6"/>
    <dgm:cxn modelId="{21239813-1C47-794A-9539-64779CDE5408}" type="presParOf" srcId="{969171A3-1BD7-424C-B822-DE0C5A13FDD8}" destId="{63C8C273-4A10-FE40-AEBB-014494DFEAEF}" srcOrd="1" destOrd="0" presId="urn:microsoft.com/office/officeart/2005/8/layout/hierarchy6"/>
    <dgm:cxn modelId="{99BEFE4C-7050-CA49-9462-AF6577AF7E92}" type="presParOf" srcId="{63C8C273-4A10-FE40-AEBB-014494DFEAEF}" destId="{06B82830-9817-C74F-98EE-97B6BB9B3C77}" srcOrd="0" destOrd="0" presId="urn:microsoft.com/office/officeart/2005/8/layout/hierarchy6"/>
    <dgm:cxn modelId="{A12E8B43-6051-0B49-BEFC-9F8139E180B3}" type="presParOf" srcId="{63C8C273-4A10-FE40-AEBB-014494DFEAEF}" destId="{2903F20A-D26A-A344-B381-034145B69C2F}" srcOrd="1" destOrd="0" presId="urn:microsoft.com/office/officeart/2005/8/layout/hierarchy6"/>
    <dgm:cxn modelId="{9C7286F3-E17E-504C-879B-E50FAB541A13}" type="presParOf" srcId="{2903F20A-D26A-A344-B381-034145B69C2F}" destId="{1DB24B1F-4FB5-854D-BD33-E2BD188CF4EA}" srcOrd="0" destOrd="0" presId="urn:microsoft.com/office/officeart/2005/8/layout/hierarchy6"/>
    <dgm:cxn modelId="{CB731BFA-CF57-B844-B49C-75AF2039E7C0}" type="presParOf" srcId="{2903F20A-D26A-A344-B381-034145B69C2F}" destId="{35A30D5E-D7B3-C04C-A5AB-0613494CED05}" srcOrd="1" destOrd="0" presId="urn:microsoft.com/office/officeart/2005/8/layout/hierarchy6"/>
    <dgm:cxn modelId="{3D602098-2120-5E43-9E32-2C3D74304599}" type="presParOf" srcId="{35A30D5E-D7B3-C04C-A5AB-0613494CED05}" destId="{809F7F00-2F1B-C247-8128-03C37A636050}" srcOrd="0" destOrd="0" presId="urn:microsoft.com/office/officeart/2005/8/layout/hierarchy6"/>
    <dgm:cxn modelId="{DCF8F13F-00AE-AA4D-9924-86554EB3B352}" type="presParOf" srcId="{35A30D5E-D7B3-C04C-A5AB-0613494CED05}" destId="{58FF6E7B-79C8-8043-90DE-35EB963A90A1}" srcOrd="1" destOrd="0" presId="urn:microsoft.com/office/officeart/2005/8/layout/hierarchy6"/>
    <dgm:cxn modelId="{4E98AFFC-8420-214D-8453-DA90FB638A25}" type="presParOf" srcId="{58FF6E7B-79C8-8043-90DE-35EB963A90A1}" destId="{B135CC2C-4756-E546-84EC-6F668FB37ECC}" srcOrd="0" destOrd="0" presId="urn:microsoft.com/office/officeart/2005/8/layout/hierarchy6"/>
    <dgm:cxn modelId="{B7EACB68-026F-3249-B98D-1A385A361EAF}" type="presParOf" srcId="{58FF6E7B-79C8-8043-90DE-35EB963A90A1}" destId="{B75C5594-FA8D-FA44-8E1E-CD7BAAC1137D}" srcOrd="1" destOrd="0" presId="urn:microsoft.com/office/officeart/2005/8/layout/hierarchy6"/>
    <dgm:cxn modelId="{4B81F762-A4EF-004F-A98C-F49E4530983E}" type="presParOf" srcId="{B75C5594-FA8D-FA44-8E1E-CD7BAAC1137D}" destId="{B8EF09B1-9655-2347-AA63-896CA8664D44}" srcOrd="0" destOrd="0" presId="urn:microsoft.com/office/officeart/2005/8/layout/hierarchy6"/>
    <dgm:cxn modelId="{B5281B2F-8E92-EA42-A84A-C6A584B4AD2C}" type="presParOf" srcId="{B75C5594-FA8D-FA44-8E1E-CD7BAAC1137D}" destId="{874E2145-3887-D14A-B2D9-A6BA2D14443F}" srcOrd="1" destOrd="0" presId="urn:microsoft.com/office/officeart/2005/8/layout/hierarchy6"/>
    <dgm:cxn modelId="{904E1A0D-E311-C543-A4A0-BA9C4F8E34D0}" type="presParOf" srcId="{874E2145-3887-D14A-B2D9-A6BA2D14443F}" destId="{C464F2D4-5BC9-FC42-8CA8-77E1EBE69BE9}" srcOrd="0" destOrd="0" presId="urn:microsoft.com/office/officeart/2005/8/layout/hierarchy6"/>
    <dgm:cxn modelId="{835C746D-5941-534A-97E7-F2909F8F2B8A}" type="presParOf" srcId="{874E2145-3887-D14A-B2D9-A6BA2D14443F}" destId="{2CCBEA4C-B453-4B47-943D-F830C8190A8F}" srcOrd="1" destOrd="0" presId="urn:microsoft.com/office/officeart/2005/8/layout/hierarchy6"/>
    <dgm:cxn modelId="{560FEB72-2466-3647-96E5-9A6BF6588CE7}" type="presParOf" srcId="{63C8C273-4A10-FE40-AEBB-014494DFEAEF}" destId="{58134E0D-A372-D349-850A-ED7203FC8D1B}" srcOrd="2" destOrd="0" presId="urn:microsoft.com/office/officeart/2005/8/layout/hierarchy6"/>
    <dgm:cxn modelId="{6685F53C-25D8-B94B-A5C0-81B8D209F0D3}" type="presParOf" srcId="{63C8C273-4A10-FE40-AEBB-014494DFEAEF}" destId="{1B244F9A-2D59-A544-8D09-64E860A6033A}" srcOrd="3" destOrd="0" presId="urn:microsoft.com/office/officeart/2005/8/layout/hierarchy6"/>
    <dgm:cxn modelId="{860A7762-575F-5842-8BF8-8E773755B260}" type="presParOf" srcId="{1B244F9A-2D59-A544-8D09-64E860A6033A}" destId="{E1BFC5F3-B416-6042-9AA2-D756979C7482}" srcOrd="0" destOrd="0" presId="urn:microsoft.com/office/officeart/2005/8/layout/hierarchy6"/>
    <dgm:cxn modelId="{A3C3A303-8458-6A46-AB1A-9BB385D84BC8}" type="presParOf" srcId="{1B244F9A-2D59-A544-8D09-64E860A6033A}" destId="{591DAE67-778B-994F-AAC4-FD687D33ED25}" srcOrd="1" destOrd="0" presId="urn:microsoft.com/office/officeart/2005/8/layout/hierarchy6"/>
    <dgm:cxn modelId="{E3BD8855-C83F-534A-8846-EBD72741F626}" type="presParOf" srcId="{591DAE67-778B-994F-AAC4-FD687D33ED25}" destId="{F7792646-A384-7E47-95BF-10A1B7A4EEE1}" srcOrd="0" destOrd="0" presId="urn:microsoft.com/office/officeart/2005/8/layout/hierarchy6"/>
    <dgm:cxn modelId="{6BF63B5F-EC17-A14C-8A97-D97F835CE4F3}" type="presParOf" srcId="{591DAE67-778B-994F-AAC4-FD687D33ED25}" destId="{E8A07E1C-EAFF-3F4F-AA7B-1D5B0CA43191}" srcOrd="1" destOrd="0" presId="urn:microsoft.com/office/officeart/2005/8/layout/hierarchy6"/>
    <dgm:cxn modelId="{43BE55EC-A63B-3C4A-B594-56300FE2E087}" type="presParOf" srcId="{E8A07E1C-EAFF-3F4F-AA7B-1D5B0CA43191}" destId="{B6CD7F55-526D-504B-B6C5-7102EFE9397B}" srcOrd="0" destOrd="0" presId="urn:microsoft.com/office/officeart/2005/8/layout/hierarchy6"/>
    <dgm:cxn modelId="{30C412D8-6BF1-3549-87F9-8DBF3E810242}" type="presParOf" srcId="{E8A07E1C-EAFF-3F4F-AA7B-1D5B0CA43191}" destId="{C0A63075-1999-E541-8DA8-67DE8F78FDA7}" srcOrd="1" destOrd="0" presId="urn:microsoft.com/office/officeart/2005/8/layout/hierarchy6"/>
    <dgm:cxn modelId="{9494194A-C2B0-B244-BA13-E3242C430CF0}" type="presParOf" srcId="{C0A63075-1999-E541-8DA8-67DE8F78FDA7}" destId="{334752AB-62A4-154F-9B53-73BA214CAEC8}" srcOrd="0" destOrd="0" presId="urn:microsoft.com/office/officeart/2005/8/layout/hierarchy6"/>
    <dgm:cxn modelId="{59A84952-87C2-6B4E-9B99-96501A5A8B17}" type="presParOf" srcId="{C0A63075-1999-E541-8DA8-67DE8F78FDA7}" destId="{7559F441-024A-2649-AE4F-3D80110E73C8}" srcOrd="1" destOrd="0" presId="urn:microsoft.com/office/officeart/2005/8/layout/hierarchy6"/>
    <dgm:cxn modelId="{382B383D-09A3-CB44-B848-9E168A3BDB4A}" type="presParOf" srcId="{7559F441-024A-2649-AE4F-3D80110E73C8}" destId="{F072F801-AAF9-B542-92C4-0CD0B27F2BA4}" srcOrd="0" destOrd="0" presId="urn:microsoft.com/office/officeart/2005/8/layout/hierarchy6"/>
    <dgm:cxn modelId="{E0E0665B-AFB6-5940-AD3D-062E1D11C879}" type="presParOf" srcId="{7559F441-024A-2649-AE4F-3D80110E73C8}" destId="{A235E5FD-791C-0948-A6D0-A16762E117A3}" srcOrd="1" destOrd="0" presId="urn:microsoft.com/office/officeart/2005/8/layout/hierarchy6"/>
    <dgm:cxn modelId="{2A7BD32D-0111-BF43-BF0A-2EF29804CC17}" type="presParOf" srcId="{A235E5FD-791C-0948-A6D0-A16762E117A3}" destId="{A78CF32E-F5F4-9D4F-9D2F-5F6EB389CB95}" srcOrd="0" destOrd="0" presId="urn:microsoft.com/office/officeart/2005/8/layout/hierarchy6"/>
    <dgm:cxn modelId="{1D77720E-6034-CC4B-88D0-61DA4646E55C}" type="presParOf" srcId="{A235E5FD-791C-0948-A6D0-A16762E117A3}" destId="{E2147341-88C9-054C-90E4-6774407FC5F7}" srcOrd="1" destOrd="0" presId="urn:microsoft.com/office/officeart/2005/8/layout/hierarchy6"/>
    <dgm:cxn modelId="{8E81D006-C2AA-854B-8889-19EAC5DCC004}" type="presParOf" srcId="{E2147341-88C9-054C-90E4-6774407FC5F7}" destId="{95EDDAE3-C7A5-A643-8EAE-5D986A174383}" srcOrd="0" destOrd="0" presId="urn:microsoft.com/office/officeart/2005/8/layout/hierarchy6"/>
    <dgm:cxn modelId="{1BA03F15-3EFD-EB44-8346-D54CFAFDD5F4}" type="presParOf" srcId="{E2147341-88C9-054C-90E4-6774407FC5F7}" destId="{01A1D48E-CB0C-E849-BBCA-C81C21285F3B}" srcOrd="1" destOrd="0" presId="urn:microsoft.com/office/officeart/2005/8/layout/hierarchy6"/>
    <dgm:cxn modelId="{5C6BD532-354F-3340-B6C2-4607450B6848}" type="presParOf" srcId="{01A1D48E-CB0C-E849-BBCA-C81C21285F3B}" destId="{8E05A635-0059-D443-9B64-1D2AB69A1BF0}" srcOrd="0" destOrd="0" presId="urn:microsoft.com/office/officeart/2005/8/layout/hierarchy6"/>
    <dgm:cxn modelId="{58C4CF22-7D32-0D48-B1FF-8803D8A4811E}" type="presParOf" srcId="{01A1D48E-CB0C-E849-BBCA-C81C21285F3B}" destId="{4843AD85-B583-8740-A940-9494450A41A0}" srcOrd="1" destOrd="0" presId="urn:microsoft.com/office/officeart/2005/8/layout/hierarchy6"/>
    <dgm:cxn modelId="{88929D8C-3761-0E44-A54C-6C9CB1FE5A45}" type="presParOf" srcId="{4843AD85-B583-8740-A940-9494450A41A0}" destId="{B82D587A-D7C5-B148-BA17-5AFA2AA7C295}" srcOrd="0" destOrd="0" presId="urn:microsoft.com/office/officeart/2005/8/layout/hierarchy6"/>
    <dgm:cxn modelId="{1184FF44-4048-5C41-A3F0-5D040E60B6BB}" type="presParOf" srcId="{4843AD85-B583-8740-A940-9494450A41A0}" destId="{4F2CB34C-EB22-7348-9894-B62F92DD4367}" srcOrd="1" destOrd="0" presId="urn:microsoft.com/office/officeart/2005/8/layout/hierarchy6"/>
    <dgm:cxn modelId="{1253C430-284C-314F-B6C4-A891E99C56AC}" type="presParOf" srcId="{63C8C273-4A10-FE40-AEBB-014494DFEAEF}" destId="{AA9389BE-8CDD-9649-BC7E-C56C9717CD92}" srcOrd="4" destOrd="0" presId="urn:microsoft.com/office/officeart/2005/8/layout/hierarchy6"/>
    <dgm:cxn modelId="{872287FE-E1C9-CF4A-8A71-A1A32AC19F11}" type="presParOf" srcId="{63C8C273-4A10-FE40-AEBB-014494DFEAEF}" destId="{4F7019B8-4712-EA49-8C4F-B25F7D2E9EA7}" srcOrd="5" destOrd="0" presId="urn:microsoft.com/office/officeart/2005/8/layout/hierarchy6"/>
    <dgm:cxn modelId="{E56F7049-7511-D94B-B371-A818B53D36AA}" type="presParOf" srcId="{4F7019B8-4712-EA49-8C4F-B25F7D2E9EA7}" destId="{DBD25F29-12EF-5149-B34C-0C6C0CB1A736}" srcOrd="0" destOrd="0" presId="urn:microsoft.com/office/officeart/2005/8/layout/hierarchy6"/>
    <dgm:cxn modelId="{59363037-FDA2-0649-8723-D2E8D9B7BE43}" type="presParOf" srcId="{4F7019B8-4712-EA49-8C4F-B25F7D2E9EA7}" destId="{545460DA-8C32-E043-8782-5C307AC940DD}" srcOrd="1" destOrd="0" presId="urn:microsoft.com/office/officeart/2005/8/layout/hierarchy6"/>
    <dgm:cxn modelId="{516A6676-32D7-D847-BDB2-40E3D81D7DEF}" type="presParOf" srcId="{545460DA-8C32-E043-8782-5C307AC940DD}" destId="{D03CEB75-29BF-164F-BADF-81B394111763}" srcOrd="0" destOrd="0" presId="urn:microsoft.com/office/officeart/2005/8/layout/hierarchy6"/>
    <dgm:cxn modelId="{AE2F6938-0116-784E-BD88-6E231C223A39}" type="presParOf" srcId="{545460DA-8C32-E043-8782-5C307AC940DD}" destId="{AE6860CF-15A1-8643-887B-B3FC38A66FB7}" srcOrd="1" destOrd="0" presId="urn:microsoft.com/office/officeart/2005/8/layout/hierarchy6"/>
    <dgm:cxn modelId="{9A4D1F13-B8F7-D64A-BA5D-B404FB69F51F}" type="presParOf" srcId="{AE6860CF-15A1-8643-887B-B3FC38A66FB7}" destId="{27E6C7FA-C55E-934A-9538-859DEF4A0F6D}" srcOrd="0" destOrd="0" presId="urn:microsoft.com/office/officeart/2005/8/layout/hierarchy6"/>
    <dgm:cxn modelId="{BAF281AF-675E-E249-986F-6588AEEBD9C3}" type="presParOf" srcId="{AE6860CF-15A1-8643-887B-B3FC38A66FB7}" destId="{F4D1F468-5624-9F46-8502-5EE19650B873}" srcOrd="1" destOrd="0" presId="urn:microsoft.com/office/officeart/2005/8/layout/hierarchy6"/>
    <dgm:cxn modelId="{01C61390-BDAE-724A-A8E4-FE6E77176196}" type="presParOf" srcId="{F4D1F468-5624-9F46-8502-5EE19650B873}" destId="{33ED127A-8C7D-F94B-8252-46B3C2FA5430}" srcOrd="0" destOrd="0" presId="urn:microsoft.com/office/officeart/2005/8/layout/hierarchy6"/>
    <dgm:cxn modelId="{709DCCCA-3E04-0D45-98B9-D20327C45BE5}" type="presParOf" srcId="{F4D1F468-5624-9F46-8502-5EE19650B873}" destId="{CC3DC16D-44DA-FE4C-BBFB-2AA07E02F30C}" srcOrd="1" destOrd="0" presId="urn:microsoft.com/office/officeart/2005/8/layout/hierarchy6"/>
    <dgm:cxn modelId="{C85BBA91-25F5-0242-A46E-523E4F966CB8}" type="presParOf" srcId="{CC3DC16D-44DA-FE4C-BBFB-2AA07E02F30C}" destId="{B45B57D6-35E1-E64C-8426-A2D6D9974965}" srcOrd="0" destOrd="0" presId="urn:microsoft.com/office/officeart/2005/8/layout/hierarchy6"/>
    <dgm:cxn modelId="{3F872FF6-5820-2745-903C-12645B18BC2E}" type="presParOf" srcId="{CC3DC16D-44DA-FE4C-BBFB-2AA07E02F30C}" destId="{5B972C4D-BB47-2E42-9482-48858E4E2396}" srcOrd="1" destOrd="0" presId="urn:microsoft.com/office/officeart/2005/8/layout/hierarchy6"/>
    <dgm:cxn modelId="{F49CF3C4-EDBA-8847-9524-7F591D01E748}" type="presParOf" srcId="{5B972C4D-BB47-2E42-9482-48858E4E2396}" destId="{E35347D6-DDD5-1C49-B124-DFEA80688B73}" srcOrd="0" destOrd="0" presId="urn:microsoft.com/office/officeart/2005/8/layout/hierarchy6"/>
    <dgm:cxn modelId="{4D844274-2B9B-7D4A-BFD0-BF56911A0679}" type="presParOf" srcId="{5B972C4D-BB47-2E42-9482-48858E4E2396}" destId="{CC5E17B4-A826-5441-89C1-CBAA61EDBCBF}" srcOrd="1" destOrd="0" presId="urn:microsoft.com/office/officeart/2005/8/layout/hierarchy6"/>
    <dgm:cxn modelId="{5385BF36-D321-7146-AB73-17D967E8AEFA}" type="presParOf" srcId="{CC5E17B4-A826-5441-89C1-CBAA61EDBCBF}" destId="{411C05BE-103F-084C-8281-9E2FF0F034AD}" srcOrd="0" destOrd="0" presId="urn:microsoft.com/office/officeart/2005/8/layout/hierarchy6"/>
    <dgm:cxn modelId="{61B4F18E-64B7-F642-A3F7-5A46DC422F20}" type="presParOf" srcId="{CC5E17B4-A826-5441-89C1-CBAA61EDBCBF}" destId="{F808182F-2CFB-A547-BB64-F1385003B83C}" srcOrd="1" destOrd="0" presId="urn:microsoft.com/office/officeart/2005/8/layout/hierarchy6"/>
    <dgm:cxn modelId="{8825E2AA-B8ED-1A4A-B0C4-C830113DC479}" type="presParOf" srcId="{63C8C273-4A10-FE40-AEBB-014494DFEAEF}" destId="{A0EB6775-C16D-5148-AB39-6AFCF1A40A40}" srcOrd="6" destOrd="0" presId="urn:microsoft.com/office/officeart/2005/8/layout/hierarchy6"/>
    <dgm:cxn modelId="{1CB8141F-A3CB-8A46-92CF-9971DE0FABF3}" type="presParOf" srcId="{63C8C273-4A10-FE40-AEBB-014494DFEAEF}" destId="{95842F09-C8F9-7C41-B10C-E3E500B9725A}" srcOrd="7" destOrd="0" presId="urn:microsoft.com/office/officeart/2005/8/layout/hierarchy6"/>
    <dgm:cxn modelId="{C9D20F07-C71F-274D-BB1C-9B8EF20EF37D}" type="presParOf" srcId="{95842F09-C8F9-7C41-B10C-E3E500B9725A}" destId="{40EC928F-5534-614F-826B-3904458201F8}" srcOrd="0" destOrd="0" presId="urn:microsoft.com/office/officeart/2005/8/layout/hierarchy6"/>
    <dgm:cxn modelId="{2AD206CB-A995-164D-9452-9B935E4D882A}" type="presParOf" srcId="{95842F09-C8F9-7C41-B10C-E3E500B9725A}" destId="{F57FBBB8-E629-5F43-AB07-5F79ABE8A37B}" srcOrd="1" destOrd="0" presId="urn:microsoft.com/office/officeart/2005/8/layout/hierarchy6"/>
    <dgm:cxn modelId="{38B3996C-3062-8F4E-A9AB-F5AE67E08412}" type="presParOf" srcId="{F57FBBB8-E629-5F43-AB07-5F79ABE8A37B}" destId="{A97F027E-F084-594E-A812-4E71D1E59C63}" srcOrd="0" destOrd="0" presId="urn:microsoft.com/office/officeart/2005/8/layout/hierarchy6"/>
    <dgm:cxn modelId="{69C1C0DA-A6E6-FE46-998D-F4671ABE6F9F}" type="presParOf" srcId="{F57FBBB8-E629-5F43-AB07-5F79ABE8A37B}" destId="{16826202-C7FB-4744-8AE7-05A439D4377A}" srcOrd="1" destOrd="0" presId="urn:microsoft.com/office/officeart/2005/8/layout/hierarchy6"/>
    <dgm:cxn modelId="{31FA0AC0-92F2-6C41-A47E-19E526DC83E0}" type="presParOf" srcId="{16826202-C7FB-4744-8AE7-05A439D4377A}" destId="{AFE96C3B-8D2D-004B-9294-173CFBAD80A0}" srcOrd="0" destOrd="0" presId="urn:microsoft.com/office/officeart/2005/8/layout/hierarchy6"/>
    <dgm:cxn modelId="{AB6BBDC7-DF05-7A40-A64F-B99998FF2A66}" type="presParOf" srcId="{16826202-C7FB-4744-8AE7-05A439D4377A}" destId="{53002589-38E9-8647-9E9F-9A0D3F43A9E4}" srcOrd="1" destOrd="0" presId="urn:microsoft.com/office/officeart/2005/8/layout/hierarchy6"/>
    <dgm:cxn modelId="{AD81C69E-96C0-274A-80C8-31B1AF1DBE36}" type="presParOf" srcId="{53002589-38E9-8647-9E9F-9A0D3F43A9E4}" destId="{5F8E75C5-3FE1-934F-8307-E04E533CA206}" srcOrd="0" destOrd="0" presId="urn:microsoft.com/office/officeart/2005/8/layout/hierarchy6"/>
    <dgm:cxn modelId="{32D276EE-464F-734E-84BA-175A9DBF62B4}" type="presParOf" srcId="{53002589-38E9-8647-9E9F-9A0D3F43A9E4}" destId="{30211370-AE46-D244-87C2-D3E5F26226F6}" srcOrd="1" destOrd="0" presId="urn:microsoft.com/office/officeart/2005/8/layout/hierarchy6"/>
    <dgm:cxn modelId="{962C1635-B21B-3948-9B15-5C49BDF3C8FD}" type="presParOf" srcId="{30211370-AE46-D244-87C2-D3E5F26226F6}" destId="{BD90EDE9-1D1E-6740-93E4-E03AE6070586}" srcOrd="0" destOrd="0" presId="urn:microsoft.com/office/officeart/2005/8/layout/hierarchy6"/>
    <dgm:cxn modelId="{BD963736-516D-534A-930B-A7ACFF011673}" type="presParOf" srcId="{30211370-AE46-D244-87C2-D3E5F26226F6}" destId="{31DEC6AF-C1DD-2848-B696-6E82CBF0B6D2}" srcOrd="1" destOrd="0" presId="urn:microsoft.com/office/officeart/2005/8/layout/hierarchy6"/>
    <dgm:cxn modelId="{AA19EE59-EA49-9740-AAEB-C5A0F68949B8}" type="presParOf" srcId="{31DEC6AF-C1DD-2848-B696-6E82CBF0B6D2}" destId="{8BB6F04F-D924-5848-926B-9A95A561982F}" srcOrd="0" destOrd="0" presId="urn:microsoft.com/office/officeart/2005/8/layout/hierarchy6"/>
    <dgm:cxn modelId="{D9B85C45-F0A7-E847-B45B-C5D48C46FAFB}" type="presParOf" srcId="{31DEC6AF-C1DD-2848-B696-6E82CBF0B6D2}" destId="{59CBCC33-32A6-9E42-99F4-F91B26EBEC63}" srcOrd="1" destOrd="0" presId="urn:microsoft.com/office/officeart/2005/8/layout/hierarchy6"/>
    <dgm:cxn modelId="{7588C124-C0AC-1A47-BCF2-3ACB489AC1AC}" type="presParOf" srcId="{59CBCC33-32A6-9E42-99F4-F91B26EBEC63}" destId="{2063EB25-038C-1D45-BBF1-3C9CC0915483}" srcOrd="0" destOrd="0" presId="urn:microsoft.com/office/officeart/2005/8/layout/hierarchy6"/>
    <dgm:cxn modelId="{33F620CA-87E9-6441-A901-FDAF9B51620D}" type="presParOf" srcId="{59CBCC33-32A6-9E42-99F4-F91B26EBEC63}" destId="{023BAE11-EEDB-424A-A560-6172F4F0E425}" srcOrd="1" destOrd="0" presId="urn:microsoft.com/office/officeart/2005/8/layout/hierarchy6"/>
    <dgm:cxn modelId="{00016F96-5C70-8548-B8A4-5D7785000197}" type="presParOf" srcId="{63C8C273-4A10-FE40-AEBB-014494DFEAEF}" destId="{3E855E33-EEA9-0B43-BC71-E0621536E4DD}" srcOrd="8" destOrd="0" presId="urn:microsoft.com/office/officeart/2005/8/layout/hierarchy6"/>
    <dgm:cxn modelId="{FBB507F9-E7B4-B24A-ACC1-ED4952CBEFD1}" type="presParOf" srcId="{63C8C273-4A10-FE40-AEBB-014494DFEAEF}" destId="{33F14FD2-D332-E444-8A65-1135474FE901}" srcOrd="9" destOrd="0" presId="urn:microsoft.com/office/officeart/2005/8/layout/hierarchy6"/>
    <dgm:cxn modelId="{6881B4EF-E5FD-4C4D-9F6B-FE8511738F4A}" type="presParOf" srcId="{33F14FD2-D332-E444-8A65-1135474FE901}" destId="{13A2BD82-0939-A04F-9D27-7DB87F4CB9F4}" srcOrd="0" destOrd="0" presId="urn:microsoft.com/office/officeart/2005/8/layout/hierarchy6"/>
    <dgm:cxn modelId="{A3B3A2F8-EB8B-9E44-A29B-EC6FBB89DABB}" type="presParOf" srcId="{33F14FD2-D332-E444-8A65-1135474FE901}" destId="{8FE67251-A06B-E34D-8650-9011F664AF7B}" srcOrd="1" destOrd="0" presId="urn:microsoft.com/office/officeart/2005/8/layout/hierarchy6"/>
    <dgm:cxn modelId="{45B22007-1BAB-3944-A0BE-C06EFADAD78A}" type="presParOf" srcId="{8FE67251-A06B-E34D-8650-9011F664AF7B}" destId="{65A39C4C-ADF6-8B48-833F-820278E8F4D4}" srcOrd="0" destOrd="0" presId="urn:microsoft.com/office/officeart/2005/8/layout/hierarchy6"/>
    <dgm:cxn modelId="{703257AC-C3BE-D04C-9E13-D610EA257079}" type="presParOf" srcId="{8FE67251-A06B-E34D-8650-9011F664AF7B}" destId="{6FD01537-8777-2A4F-B8EA-31E67FEFCBDF}" srcOrd="1" destOrd="0" presId="urn:microsoft.com/office/officeart/2005/8/layout/hierarchy6"/>
    <dgm:cxn modelId="{E3C46E95-0C0C-4E43-AEBB-3D83350812BB}" type="presParOf" srcId="{6FD01537-8777-2A4F-B8EA-31E67FEFCBDF}" destId="{59497BB3-A545-A847-ACF0-B24D51E44D0B}" srcOrd="0" destOrd="0" presId="urn:microsoft.com/office/officeart/2005/8/layout/hierarchy6"/>
    <dgm:cxn modelId="{D9075B0D-A52A-B94A-8165-0170B699DF61}" type="presParOf" srcId="{6FD01537-8777-2A4F-B8EA-31E67FEFCBDF}" destId="{F806421D-73F3-4D48-A1C4-409BB6ACDA9D}" srcOrd="1" destOrd="0" presId="urn:microsoft.com/office/officeart/2005/8/layout/hierarchy6"/>
    <dgm:cxn modelId="{134BBB7C-4D08-9046-9551-68006DD75C62}" type="presParOf" srcId="{63C8C273-4A10-FE40-AEBB-014494DFEAEF}" destId="{1C3DBB02-2817-3645-84DE-B83E9DE4E421}" srcOrd="10" destOrd="0" presId="urn:microsoft.com/office/officeart/2005/8/layout/hierarchy6"/>
    <dgm:cxn modelId="{D5A750F4-25B4-5E47-9F18-E488C019B21A}" type="presParOf" srcId="{63C8C273-4A10-FE40-AEBB-014494DFEAEF}" destId="{8C0BD1B5-4CB9-6C46-BBB8-266DB8D9E4B4}" srcOrd="11" destOrd="0" presId="urn:microsoft.com/office/officeart/2005/8/layout/hierarchy6"/>
    <dgm:cxn modelId="{077BF6D4-427D-1C4A-ACA5-C10D607EEF4D}" type="presParOf" srcId="{8C0BD1B5-4CB9-6C46-BBB8-266DB8D9E4B4}" destId="{2BC4B971-D6DC-6340-8ED6-607A9D070EAE}" srcOrd="0" destOrd="0" presId="urn:microsoft.com/office/officeart/2005/8/layout/hierarchy6"/>
    <dgm:cxn modelId="{F2C2DF72-7063-8F47-83AD-35EE3E06E520}" type="presParOf" srcId="{8C0BD1B5-4CB9-6C46-BBB8-266DB8D9E4B4}" destId="{B323BD7A-0497-CA4D-8994-12C58A46785F}" srcOrd="1" destOrd="0" presId="urn:microsoft.com/office/officeart/2005/8/layout/hierarchy6"/>
    <dgm:cxn modelId="{E7F6A35F-C877-5140-84E2-5D8227201C1E}" type="presParOf" srcId="{B323BD7A-0497-CA4D-8994-12C58A46785F}" destId="{76E6FB94-0505-CC4E-9BA4-CBDA7DBCD665}" srcOrd="0" destOrd="0" presId="urn:microsoft.com/office/officeart/2005/8/layout/hierarchy6"/>
    <dgm:cxn modelId="{54A1D69C-89F4-4D47-8B05-740C6443E09D}" type="presParOf" srcId="{B323BD7A-0497-CA4D-8994-12C58A46785F}" destId="{04D624D6-6683-654A-A5D6-8BF40DE3ADEB}" srcOrd="1" destOrd="0" presId="urn:microsoft.com/office/officeart/2005/8/layout/hierarchy6"/>
    <dgm:cxn modelId="{0B476A2B-D98E-9445-885E-DDEAF5EE7F84}" type="presParOf" srcId="{04D624D6-6683-654A-A5D6-8BF40DE3ADEB}" destId="{5F6D90D1-AF01-3046-A519-04CA276ADD78}" srcOrd="0" destOrd="0" presId="urn:microsoft.com/office/officeart/2005/8/layout/hierarchy6"/>
    <dgm:cxn modelId="{5E865CC4-2643-1041-AC7E-5F7FF1561B59}" type="presParOf" srcId="{04D624D6-6683-654A-A5D6-8BF40DE3ADEB}" destId="{6AA06119-9280-6648-A82E-3D00887DE216}" srcOrd="1" destOrd="0" presId="urn:microsoft.com/office/officeart/2005/8/layout/hierarchy6"/>
    <dgm:cxn modelId="{E39C611E-FB5D-EF48-916F-F370F3E07D03}" type="presParOf" srcId="{6AA06119-9280-6648-A82E-3D00887DE216}" destId="{4BBD0703-2170-B848-A502-08361F010F11}" srcOrd="0" destOrd="0" presId="urn:microsoft.com/office/officeart/2005/8/layout/hierarchy6"/>
    <dgm:cxn modelId="{4C72E420-DB77-E94B-91F9-919B5F18A912}" type="presParOf" srcId="{6AA06119-9280-6648-A82E-3D00887DE216}" destId="{8FC973F8-41AF-A848-AEF9-21E33213C611}" srcOrd="1" destOrd="0" presId="urn:microsoft.com/office/officeart/2005/8/layout/hierarchy6"/>
    <dgm:cxn modelId="{AD4542DA-B189-7640-AC9B-7227022E7E77}" type="presParOf" srcId="{8FC973F8-41AF-A848-AEF9-21E33213C611}" destId="{4C8122ED-FF16-C441-954F-5BE9870E7CA2}" srcOrd="0" destOrd="0" presId="urn:microsoft.com/office/officeart/2005/8/layout/hierarchy6"/>
    <dgm:cxn modelId="{FE2CD74C-C65F-6545-98BA-D79F240E6E46}" type="presParOf" srcId="{8FC973F8-41AF-A848-AEF9-21E33213C611}" destId="{EEFD1DEE-6257-8A48-AF08-E4E65F06D603}" srcOrd="1" destOrd="0" presId="urn:microsoft.com/office/officeart/2005/8/layout/hierarchy6"/>
    <dgm:cxn modelId="{B5FF171D-949B-3145-828C-282AB50F95FB}" type="presParOf" srcId="{EEFD1DEE-6257-8A48-AF08-E4E65F06D603}" destId="{488046A2-38A8-3D4A-B13C-8AF1A59DCDB6}" srcOrd="0" destOrd="0" presId="urn:microsoft.com/office/officeart/2005/8/layout/hierarchy6"/>
    <dgm:cxn modelId="{A827E554-C8AE-7F41-8329-2F7CADE2618B}" type="presParOf" srcId="{EEFD1DEE-6257-8A48-AF08-E4E65F06D603}" destId="{C8EB421F-BCBC-B148-8901-D16B851D3F0C}" srcOrd="1" destOrd="0" presId="urn:microsoft.com/office/officeart/2005/8/layout/hierarchy6"/>
    <dgm:cxn modelId="{B82FD7BE-3380-D041-93C2-D955895E1E39}" type="presParOf" srcId="{C8EB421F-BCBC-B148-8901-D16B851D3F0C}" destId="{C3F7BDAA-F6D4-5947-A939-71FD135BE17B}" srcOrd="0" destOrd="0" presId="urn:microsoft.com/office/officeart/2005/8/layout/hierarchy6"/>
    <dgm:cxn modelId="{DBF0ED73-15CB-6C49-A228-CA5A4B78A58D}" type="presParOf" srcId="{C8EB421F-BCBC-B148-8901-D16B851D3F0C}" destId="{913D20F0-9ECC-E44E-A1A0-DB8FC511B64A}" srcOrd="1" destOrd="0" presId="urn:microsoft.com/office/officeart/2005/8/layout/hierarchy6"/>
    <dgm:cxn modelId="{DB57A6B9-344C-DC43-B4B1-8B084A7A4FE1}" type="presParOf" srcId="{D2C3EC46-B6AF-8943-89C0-C74175623131}" destId="{7A232263-AD71-DA47-9AF0-660E277FAB4C}" srcOrd="1" destOrd="0" presId="urn:microsoft.com/office/officeart/2005/8/layout/hierarchy6"/>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907877-C32D-304D-AC49-D9D5124F3810}">
      <dsp:nvSpPr>
        <dsp:cNvPr id="0" name=""/>
        <dsp:cNvSpPr/>
      </dsp:nvSpPr>
      <dsp:spPr>
        <a:xfrm>
          <a:off x="4244846" y="0"/>
          <a:ext cx="1292739" cy="520055"/>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err="1"/>
            <a:t>Valomenta</a:t>
          </a:r>
          <a:endParaRPr lang="en-US" sz="900" kern="1200" noProof="0" dirty="0"/>
        </a:p>
      </dsp:txBody>
      <dsp:txXfrm>
        <a:off x="4260078" y="15232"/>
        <a:ext cx="1262275" cy="489591"/>
      </dsp:txXfrm>
    </dsp:sp>
    <dsp:sp modelId="{06B82830-9817-C74F-98EE-97B6BB9B3C77}">
      <dsp:nvSpPr>
        <dsp:cNvPr id="0" name=""/>
        <dsp:cNvSpPr/>
      </dsp:nvSpPr>
      <dsp:spPr>
        <a:xfrm>
          <a:off x="2151539" y="520055"/>
          <a:ext cx="2739676" cy="234392"/>
        </a:xfrm>
        <a:custGeom>
          <a:avLst/>
          <a:gdLst/>
          <a:ahLst/>
          <a:cxnLst/>
          <a:rect l="0" t="0" r="0" b="0"/>
          <a:pathLst>
            <a:path>
              <a:moveTo>
                <a:pt x="2739676" y="0"/>
              </a:moveTo>
              <a:lnTo>
                <a:pt x="2739676" y="117196"/>
              </a:lnTo>
              <a:lnTo>
                <a:pt x="0" y="117196"/>
              </a:lnTo>
              <a:lnTo>
                <a:pt x="0"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B24B1F-4FB5-854D-BD33-E2BD188CF4EA}">
      <dsp:nvSpPr>
        <dsp:cNvPr id="0" name=""/>
        <dsp:cNvSpPr/>
      </dsp:nvSpPr>
      <dsp:spPr>
        <a:xfrm>
          <a:off x="1730050"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Project Charter</a:t>
          </a:r>
        </a:p>
      </dsp:txBody>
      <dsp:txXfrm>
        <a:off x="1746510" y="770907"/>
        <a:ext cx="810057" cy="529064"/>
      </dsp:txXfrm>
    </dsp:sp>
    <dsp:sp modelId="{809F7F00-2F1B-C247-8128-03C37A636050}">
      <dsp:nvSpPr>
        <dsp:cNvPr id="0" name=""/>
        <dsp:cNvSpPr/>
      </dsp:nvSpPr>
      <dsp:spPr>
        <a:xfrm>
          <a:off x="2105819"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5CC2C-4756-E546-84EC-6F668FB37ECC}">
      <dsp:nvSpPr>
        <dsp:cNvPr id="0" name=""/>
        <dsp:cNvSpPr/>
      </dsp:nvSpPr>
      <dsp:spPr>
        <a:xfrm>
          <a:off x="1730050"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Requirements Documentation</a:t>
          </a:r>
        </a:p>
      </dsp:txBody>
      <dsp:txXfrm>
        <a:off x="1746510" y="1557686"/>
        <a:ext cx="810057" cy="529064"/>
      </dsp:txXfrm>
    </dsp:sp>
    <dsp:sp modelId="{B8EF09B1-9655-2347-AA63-896CA8664D44}">
      <dsp:nvSpPr>
        <dsp:cNvPr id="0" name=""/>
        <dsp:cNvSpPr/>
      </dsp:nvSpPr>
      <dsp:spPr>
        <a:xfrm>
          <a:off x="2105819" y="2103211"/>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64F2D4-5BC9-FC42-8CA8-77E1EBE69BE9}">
      <dsp:nvSpPr>
        <dsp:cNvPr id="0" name=""/>
        <dsp:cNvSpPr/>
      </dsp:nvSpPr>
      <dsp:spPr>
        <a:xfrm>
          <a:off x="1730050" y="2328005"/>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Feasibility Study</a:t>
          </a:r>
        </a:p>
      </dsp:txBody>
      <dsp:txXfrm>
        <a:off x="1746510" y="2344465"/>
        <a:ext cx="810057" cy="529064"/>
      </dsp:txXfrm>
    </dsp:sp>
    <dsp:sp modelId="{58134E0D-A372-D349-850A-ED7203FC8D1B}">
      <dsp:nvSpPr>
        <dsp:cNvPr id="0" name=""/>
        <dsp:cNvSpPr/>
      </dsp:nvSpPr>
      <dsp:spPr>
        <a:xfrm>
          <a:off x="3247410" y="520055"/>
          <a:ext cx="1643805" cy="234392"/>
        </a:xfrm>
        <a:custGeom>
          <a:avLst/>
          <a:gdLst/>
          <a:ahLst/>
          <a:cxnLst/>
          <a:rect l="0" t="0" r="0" b="0"/>
          <a:pathLst>
            <a:path>
              <a:moveTo>
                <a:pt x="1643805" y="0"/>
              </a:moveTo>
              <a:lnTo>
                <a:pt x="1643805" y="117196"/>
              </a:lnTo>
              <a:lnTo>
                <a:pt x="0" y="117196"/>
              </a:lnTo>
              <a:lnTo>
                <a:pt x="0"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BFC5F3-B416-6042-9AA2-D756979C7482}">
      <dsp:nvSpPr>
        <dsp:cNvPr id="0" name=""/>
        <dsp:cNvSpPr/>
      </dsp:nvSpPr>
      <dsp:spPr>
        <a:xfrm>
          <a:off x="2825921"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Use Case Diagram</a:t>
          </a:r>
        </a:p>
      </dsp:txBody>
      <dsp:txXfrm>
        <a:off x="2842381" y="770907"/>
        <a:ext cx="810057" cy="529064"/>
      </dsp:txXfrm>
    </dsp:sp>
    <dsp:sp modelId="{F7792646-A384-7E47-95BF-10A1B7A4EEE1}">
      <dsp:nvSpPr>
        <dsp:cNvPr id="0" name=""/>
        <dsp:cNvSpPr/>
      </dsp:nvSpPr>
      <dsp:spPr>
        <a:xfrm>
          <a:off x="3201690"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CD7F55-526D-504B-B6C5-7102EFE9397B}">
      <dsp:nvSpPr>
        <dsp:cNvPr id="0" name=""/>
        <dsp:cNvSpPr/>
      </dsp:nvSpPr>
      <dsp:spPr>
        <a:xfrm>
          <a:off x="2825921"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Class Diagram</a:t>
          </a:r>
        </a:p>
      </dsp:txBody>
      <dsp:txXfrm>
        <a:off x="2842381" y="1557686"/>
        <a:ext cx="810057" cy="529064"/>
      </dsp:txXfrm>
    </dsp:sp>
    <dsp:sp modelId="{334752AB-62A4-154F-9B53-73BA214CAEC8}">
      <dsp:nvSpPr>
        <dsp:cNvPr id="0" name=""/>
        <dsp:cNvSpPr/>
      </dsp:nvSpPr>
      <dsp:spPr>
        <a:xfrm>
          <a:off x="3201690" y="2103211"/>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72F801-AAF9-B542-92C4-0CD0B27F2BA4}">
      <dsp:nvSpPr>
        <dsp:cNvPr id="0" name=""/>
        <dsp:cNvSpPr/>
      </dsp:nvSpPr>
      <dsp:spPr>
        <a:xfrm>
          <a:off x="2825921" y="2328005"/>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Activity Diagram</a:t>
          </a:r>
        </a:p>
      </dsp:txBody>
      <dsp:txXfrm>
        <a:off x="2842381" y="2344465"/>
        <a:ext cx="810057" cy="529064"/>
      </dsp:txXfrm>
    </dsp:sp>
    <dsp:sp modelId="{A78CF32E-F5F4-9D4F-9D2F-5F6EB389CB95}">
      <dsp:nvSpPr>
        <dsp:cNvPr id="0" name=""/>
        <dsp:cNvSpPr/>
      </dsp:nvSpPr>
      <dsp:spPr>
        <a:xfrm>
          <a:off x="3201690" y="2889990"/>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EDDAE3-C7A5-A643-8EAE-5D986A174383}">
      <dsp:nvSpPr>
        <dsp:cNvPr id="0" name=""/>
        <dsp:cNvSpPr/>
      </dsp:nvSpPr>
      <dsp:spPr>
        <a:xfrm>
          <a:off x="2825921" y="3114784"/>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Sequence Diagram</a:t>
          </a:r>
        </a:p>
      </dsp:txBody>
      <dsp:txXfrm>
        <a:off x="2842381" y="3131244"/>
        <a:ext cx="810057" cy="529064"/>
      </dsp:txXfrm>
    </dsp:sp>
    <dsp:sp modelId="{8E05A635-0059-D443-9B64-1D2AB69A1BF0}">
      <dsp:nvSpPr>
        <dsp:cNvPr id="0" name=""/>
        <dsp:cNvSpPr/>
      </dsp:nvSpPr>
      <dsp:spPr>
        <a:xfrm>
          <a:off x="3201690" y="3676768"/>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2D587A-D7C5-B148-BA17-5AFA2AA7C295}">
      <dsp:nvSpPr>
        <dsp:cNvPr id="0" name=""/>
        <dsp:cNvSpPr/>
      </dsp:nvSpPr>
      <dsp:spPr>
        <a:xfrm>
          <a:off x="2825921" y="3901562"/>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System Architecture Document</a:t>
          </a:r>
        </a:p>
      </dsp:txBody>
      <dsp:txXfrm>
        <a:off x="2842381" y="3918022"/>
        <a:ext cx="810057" cy="529064"/>
      </dsp:txXfrm>
    </dsp:sp>
    <dsp:sp modelId="{AA9389BE-8CDD-9649-BC7E-C56C9717CD92}">
      <dsp:nvSpPr>
        <dsp:cNvPr id="0" name=""/>
        <dsp:cNvSpPr/>
      </dsp:nvSpPr>
      <dsp:spPr>
        <a:xfrm>
          <a:off x="4343280" y="520055"/>
          <a:ext cx="547935" cy="234392"/>
        </a:xfrm>
        <a:custGeom>
          <a:avLst/>
          <a:gdLst/>
          <a:ahLst/>
          <a:cxnLst/>
          <a:rect l="0" t="0" r="0" b="0"/>
          <a:pathLst>
            <a:path>
              <a:moveTo>
                <a:pt x="547935" y="0"/>
              </a:moveTo>
              <a:lnTo>
                <a:pt x="547935" y="117196"/>
              </a:lnTo>
              <a:lnTo>
                <a:pt x="0" y="117196"/>
              </a:lnTo>
              <a:lnTo>
                <a:pt x="0"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D25F29-12EF-5149-B34C-0C6C0CB1A736}">
      <dsp:nvSpPr>
        <dsp:cNvPr id="0" name=""/>
        <dsp:cNvSpPr/>
      </dsp:nvSpPr>
      <dsp:spPr>
        <a:xfrm>
          <a:off x="3921791"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Develop Core Processes</a:t>
          </a:r>
        </a:p>
      </dsp:txBody>
      <dsp:txXfrm>
        <a:off x="3938251" y="770907"/>
        <a:ext cx="810057" cy="529064"/>
      </dsp:txXfrm>
    </dsp:sp>
    <dsp:sp modelId="{D03CEB75-29BF-164F-BADF-81B394111763}">
      <dsp:nvSpPr>
        <dsp:cNvPr id="0" name=""/>
        <dsp:cNvSpPr/>
      </dsp:nvSpPr>
      <dsp:spPr>
        <a:xfrm>
          <a:off x="4297560"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E6C7FA-C55E-934A-9538-859DEF4A0F6D}">
      <dsp:nvSpPr>
        <dsp:cNvPr id="0" name=""/>
        <dsp:cNvSpPr/>
      </dsp:nvSpPr>
      <dsp:spPr>
        <a:xfrm>
          <a:off x="3921791"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Develop Core Tracking Module</a:t>
          </a:r>
        </a:p>
      </dsp:txBody>
      <dsp:txXfrm>
        <a:off x="3938251" y="1557686"/>
        <a:ext cx="810057" cy="529064"/>
      </dsp:txXfrm>
    </dsp:sp>
    <dsp:sp modelId="{33ED127A-8C7D-F94B-8252-46B3C2FA5430}">
      <dsp:nvSpPr>
        <dsp:cNvPr id="0" name=""/>
        <dsp:cNvSpPr/>
      </dsp:nvSpPr>
      <dsp:spPr>
        <a:xfrm>
          <a:off x="4297560" y="2103211"/>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5B57D6-35E1-E64C-8426-A2D6D9974965}">
      <dsp:nvSpPr>
        <dsp:cNvPr id="0" name=""/>
        <dsp:cNvSpPr/>
      </dsp:nvSpPr>
      <dsp:spPr>
        <a:xfrm>
          <a:off x="3921791" y="2328005"/>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Develop Health Metric Recording</a:t>
          </a:r>
        </a:p>
      </dsp:txBody>
      <dsp:txXfrm>
        <a:off x="3938251" y="2344465"/>
        <a:ext cx="810057" cy="529064"/>
      </dsp:txXfrm>
    </dsp:sp>
    <dsp:sp modelId="{E35347D6-DDD5-1C49-B124-DFEA80688B73}">
      <dsp:nvSpPr>
        <dsp:cNvPr id="0" name=""/>
        <dsp:cNvSpPr/>
      </dsp:nvSpPr>
      <dsp:spPr>
        <a:xfrm>
          <a:off x="4297560" y="2889990"/>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C05BE-103F-084C-8281-9E2FF0F034AD}">
      <dsp:nvSpPr>
        <dsp:cNvPr id="0" name=""/>
        <dsp:cNvSpPr/>
      </dsp:nvSpPr>
      <dsp:spPr>
        <a:xfrm>
          <a:off x="3921791" y="3114784"/>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Develop Notifications System</a:t>
          </a:r>
        </a:p>
      </dsp:txBody>
      <dsp:txXfrm>
        <a:off x="3938251" y="3131244"/>
        <a:ext cx="810057" cy="529064"/>
      </dsp:txXfrm>
    </dsp:sp>
    <dsp:sp modelId="{A0EB6775-C16D-5148-AB39-6AFCF1A40A40}">
      <dsp:nvSpPr>
        <dsp:cNvPr id="0" name=""/>
        <dsp:cNvSpPr/>
      </dsp:nvSpPr>
      <dsp:spPr>
        <a:xfrm>
          <a:off x="4891216" y="520055"/>
          <a:ext cx="547935" cy="234392"/>
        </a:xfrm>
        <a:custGeom>
          <a:avLst/>
          <a:gdLst/>
          <a:ahLst/>
          <a:cxnLst/>
          <a:rect l="0" t="0" r="0" b="0"/>
          <a:pathLst>
            <a:path>
              <a:moveTo>
                <a:pt x="0" y="0"/>
              </a:moveTo>
              <a:lnTo>
                <a:pt x="0" y="117196"/>
              </a:lnTo>
              <a:lnTo>
                <a:pt x="547935" y="117196"/>
              </a:lnTo>
              <a:lnTo>
                <a:pt x="547935"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EC928F-5534-614F-826B-3904458201F8}">
      <dsp:nvSpPr>
        <dsp:cNvPr id="0" name=""/>
        <dsp:cNvSpPr/>
      </dsp:nvSpPr>
      <dsp:spPr>
        <a:xfrm>
          <a:off x="5017662"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Unit Testing</a:t>
          </a:r>
        </a:p>
      </dsp:txBody>
      <dsp:txXfrm>
        <a:off x="5034122" y="770907"/>
        <a:ext cx="810057" cy="529064"/>
      </dsp:txXfrm>
    </dsp:sp>
    <dsp:sp modelId="{A97F027E-F084-594E-A812-4E71D1E59C63}">
      <dsp:nvSpPr>
        <dsp:cNvPr id="0" name=""/>
        <dsp:cNvSpPr/>
      </dsp:nvSpPr>
      <dsp:spPr>
        <a:xfrm>
          <a:off x="5393431"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FE96C3B-8D2D-004B-9294-173CFBAD80A0}">
      <dsp:nvSpPr>
        <dsp:cNvPr id="0" name=""/>
        <dsp:cNvSpPr/>
      </dsp:nvSpPr>
      <dsp:spPr>
        <a:xfrm>
          <a:off x="5017662"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Integration Testing</a:t>
          </a:r>
        </a:p>
      </dsp:txBody>
      <dsp:txXfrm>
        <a:off x="5034122" y="1557686"/>
        <a:ext cx="810057" cy="529064"/>
      </dsp:txXfrm>
    </dsp:sp>
    <dsp:sp modelId="{5F8E75C5-3FE1-934F-8307-E04E533CA206}">
      <dsp:nvSpPr>
        <dsp:cNvPr id="0" name=""/>
        <dsp:cNvSpPr/>
      </dsp:nvSpPr>
      <dsp:spPr>
        <a:xfrm>
          <a:off x="5393431" y="2103211"/>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90EDE9-1D1E-6740-93E4-E03AE6070586}">
      <dsp:nvSpPr>
        <dsp:cNvPr id="0" name=""/>
        <dsp:cNvSpPr/>
      </dsp:nvSpPr>
      <dsp:spPr>
        <a:xfrm>
          <a:off x="5017662" y="2328005"/>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Systems Testing</a:t>
          </a:r>
        </a:p>
      </dsp:txBody>
      <dsp:txXfrm>
        <a:off x="5034122" y="2344465"/>
        <a:ext cx="810057" cy="529064"/>
      </dsp:txXfrm>
    </dsp:sp>
    <dsp:sp modelId="{8BB6F04F-D924-5848-926B-9A95A561982F}">
      <dsp:nvSpPr>
        <dsp:cNvPr id="0" name=""/>
        <dsp:cNvSpPr/>
      </dsp:nvSpPr>
      <dsp:spPr>
        <a:xfrm>
          <a:off x="5393431" y="2889990"/>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63EB25-038C-1D45-BBF1-3C9CC0915483}">
      <dsp:nvSpPr>
        <dsp:cNvPr id="0" name=""/>
        <dsp:cNvSpPr/>
      </dsp:nvSpPr>
      <dsp:spPr>
        <a:xfrm>
          <a:off x="5017662" y="3114784"/>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User Accepted Testing</a:t>
          </a:r>
        </a:p>
      </dsp:txBody>
      <dsp:txXfrm>
        <a:off x="5034122" y="3131244"/>
        <a:ext cx="810057" cy="529064"/>
      </dsp:txXfrm>
    </dsp:sp>
    <dsp:sp modelId="{3E855E33-EEA9-0B43-BC71-E0621536E4DD}">
      <dsp:nvSpPr>
        <dsp:cNvPr id="0" name=""/>
        <dsp:cNvSpPr/>
      </dsp:nvSpPr>
      <dsp:spPr>
        <a:xfrm>
          <a:off x="4891216" y="520055"/>
          <a:ext cx="1643805" cy="234392"/>
        </a:xfrm>
        <a:custGeom>
          <a:avLst/>
          <a:gdLst/>
          <a:ahLst/>
          <a:cxnLst/>
          <a:rect l="0" t="0" r="0" b="0"/>
          <a:pathLst>
            <a:path>
              <a:moveTo>
                <a:pt x="0" y="0"/>
              </a:moveTo>
              <a:lnTo>
                <a:pt x="0" y="117196"/>
              </a:lnTo>
              <a:lnTo>
                <a:pt x="1643805" y="117196"/>
              </a:lnTo>
              <a:lnTo>
                <a:pt x="1643805"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A2BD82-0939-A04F-9D27-7DB87F4CB9F4}">
      <dsp:nvSpPr>
        <dsp:cNvPr id="0" name=""/>
        <dsp:cNvSpPr/>
      </dsp:nvSpPr>
      <dsp:spPr>
        <a:xfrm>
          <a:off x="6113533"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App Deployment</a:t>
          </a:r>
        </a:p>
      </dsp:txBody>
      <dsp:txXfrm>
        <a:off x="6129993" y="770907"/>
        <a:ext cx="810057" cy="529064"/>
      </dsp:txXfrm>
    </dsp:sp>
    <dsp:sp modelId="{65A39C4C-ADF6-8B48-833F-820278E8F4D4}">
      <dsp:nvSpPr>
        <dsp:cNvPr id="0" name=""/>
        <dsp:cNvSpPr/>
      </dsp:nvSpPr>
      <dsp:spPr>
        <a:xfrm>
          <a:off x="6489301"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497BB3-A545-A847-ACF0-B24D51E44D0B}">
      <dsp:nvSpPr>
        <dsp:cNvPr id="0" name=""/>
        <dsp:cNvSpPr/>
      </dsp:nvSpPr>
      <dsp:spPr>
        <a:xfrm>
          <a:off x="6113533"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Post-Deployment Maintenance</a:t>
          </a:r>
        </a:p>
      </dsp:txBody>
      <dsp:txXfrm>
        <a:off x="6129993" y="1557686"/>
        <a:ext cx="810057" cy="529064"/>
      </dsp:txXfrm>
    </dsp:sp>
    <dsp:sp modelId="{1C3DBB02-2817-3645-84DE-B83E9DE4E421}">
      <dsp:nvSpPr>
        <dsp:cNvPr id="0" name=""/>
        <dsp:cNvSpPr/>
      </dsp:nvSpPr>
      <dsp:spPr>
        <a:xfrm>
          <a:off x="4891216" y="520055"/>
          <a:ext cx="2739676" cy="234392"/>
        </a:xfrm>
        <a:custGeom>
          <a:avLst/>
          <a:gdLst/>
          <a:ahLst/>
          <a:cxnLst/>
          <a:rect l="0" t="0" r="0" b="0"/>
          <a:pathLst>
            <a:path>
              <a:moveTo>
                <a:pt x="0" y="0"/>
              </a:moveTo>
              <a:lnTo>
                <a:pt x="0" y="117196"/>
              </a:lnTo>
              <a:lnTo>
                <a:pt x="2739676" y="117196"/>
              </a:lnTo>
              <a:lnTo>
                <a:pt x="2739676" y="234392"/>
              </a:lnTo>
            </a:path>
          </a:pathLst>
        </a:custGeom>
        <a:noFill/>
        <a:ln w="34925" cap="flat" cmpd="sng" algn="in">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C4B971-D6DC-6340-8ED6-607A9D070EAE}">
      <dsp:nvSpPr>
        <dsp:cNvPr id="0" name=""/>
        <dsp:cNvSpPr/>
      </dsp:nvSpPr>
      <dsp:spPr>
        <a:xfrm>
          <a:off x="7209403" y="754447"/>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Resource Allocation</a:t>
          </a:r>
        </a:p>
      </dsp:txBody>
      <dsp:txXfrm>
        <a:off x="7225863" y="770907"/>
        <a:ext cx="810057" cy="529064"/>
      </dsp:txXfrm>
    </dsp:sp>
    <dsp:sp modelId="{76E6FB94-0505-CC4E-9BA4-CBDA7DBCD665}">
      <dsp:nvSpPr>
        <dsp:cNvPr id="0" name=""/>
        <dsp:cNvSpPr/>
      </dsp:nvSpPr>
      <dsp:spPr>
        <a:xfrm>
          <a:off x="7585172" y="1316432"/>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6D90D1-AF01-3046-A519-04CA276ADD78}">
      <dsp:nvSpPr>
        <dsp:cNvPr id="0" name=""/>
        <dsp:cNvSpPr/>
      </dsp:nvSpPr>
      <dsp:spPr>
        <a:xfrm>
          <a:off x="7209403" y="1541226"/>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Scheduling</a:t>
          </a:r>
        </a:p>
      </dsp:txBody>
      <dsp:txXfrm>
        <a:off x="7225863" y="1557686"/>
        <a:ext cx="810057" cy="529064"/>
      </dsp:txXfrm>
    </dsp:sp>
    <dsp:sp modelId="{4BBD0703-2170-B848-A502-08361F010F11}">
      <dsp:nvSpPr>
        <dsp:cNvPr id="0" name=""/>
        <dsp:cNvSpPr/>
      </dsp:nvSpPr>
      <dsp:spPr>
        <a:xfrm>
          <a:off x="7585172" y="2103211"/>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8122ED-FF16-C441-954F-5BE9870E7CA2}">
      <dsp:nvSpPr>
        <dsp:cNvPr id="0" name=""/>
        <dsp:cNvSpPr/>
      </dsp:nvSpPr>
      <dsp:spPr>
        <a:xfrm>
          <a:off x="7209403" y="2328005"/>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Risk Mitigation</a:t>
          </a:r>
        </a:p>
      </dsp:txBody>
      <dsp:txXfrm>
        <a:off x="7225863" y="2344465"/>
        <a:ext cx="810057" cy="529064"/>
      </dsp:txXfrm>
    </dsp:sp>
    <dsp:sp modelId="{488046A2-38A8-3D4A-B13C-8AF1A59DCDB6}">
      <dsp:nvSpPr>
        <dsp:cNvPr id="0" name=""/>
        <dsp:cNvSpPr/>
      </dsp:nvSpPr>
      <dsp:spPr>
        <a:xfrm>
          <a:off x="7585172" y="2889990"/>
          <a:ext cx="91440" cy="224793"/>
        </a:xfrm>
        <a:custGeom>
          <a:avLst/>
          <a:gdLst/>
          <a:ahLst/>
          <a:cxnLst/>
          <a:rect l="0" t="0" r="0" b="0"/>
          <a:pathLst>
            <a:path>
              <a:moveTo>
                <a:pt x="45720" y="0"/>
              </a:moveTo>
              <a:lnTo>
                <a:pt x="45720" y="224793"/>
              </a:lnTo>
            </a:path>
          </a:pathLst>
        </a:custGeom>
        <a:noFill/>
        <a:ln w="34925" cap="flat" cmpd="sng" algn="in">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F7BDAA-F6D4-5947-A939-71FD135BE17B}">
      <dsp:nvSpPr>
        <dsp:cNvPr id="0" name=""/>
        <dsp:cNvSpPr/>
      </dsp:nvSpPr>
      <dsp:spPr>
        <a:xfrm>
          <a:off x="7209403" y="3114784"/>
          <a:ext cx="842977" cy="561984"/>
        </a:xfrm>
        <a:prstGeom prst="roundRect">
          <a:avLst>
            <a:gd name="adj" fmla="val 10000"/>
          </a:avLst>
        </a:prstGeom>
        <a:solidFill>
          <a:schemeClr val="lt1">
            <a:hueOff val="0"/>
            <a:satOff val="0"/>
            <a:lumOff val="0"/>
            <a:alphaOff val="0"/>
          </a:schemeClr>
        </a:solidFill>
        <a:ln w="34925" cap="flat" cmpd="sng" algn="in">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Monitoring Progress</a:t>
          </a:r>
        </a:p>
      </dsp:txBody>
      <dsp:txXfrm>
        <a:off x="7225863" y="3131244"/>
        <a:ext cx="810057" cy="52906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B91583C9-DEE5-FC4C-B623-EA79B2BF9B2B}" type="datetimeFigureOut">
              <a:rPr lang="en-US" smtClean="0"/>
              <a:t>7/4/26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0478CE6-ED10-A04B-9B8D-2FC9A66B13C8}"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228763879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91583C9-DEE5-FC4C-B623-EA79B2BF9B2B}" type="datetimeFigureOut">
              <a:rPr lang="en-US" smtClean="0"/>
              <a:t>7/4/26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956411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B91583C9-DEE5-FC4C-B623-EA79B2BF9B2B}" type="datetimeFigureOut">
              <a:rPr lang="en-US" smtClean="0"/>
              <a:t>7/4/26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0478CE6-ED10-A04B-9B8D-2FC9A66B13C8}"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39320733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91583C9-DEE5-FC4C-B623-EA79B2BF9B2B}" type="datetimeFigureOut">
              <a:rPr lang="en-US" smtClean="0"/>
              <a:t>7/4/26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1517897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91583C9-DEE5-FC4C-B623-EA79B2BF9B2B}" type="datetimeFigureOut">
              <a:rPr lang="en-US" smtClean="0"/>
              <a:t>7/4/26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299605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91583C9-DEE5-FC4C-B623-EA79B2BF9B2B}" type="datetimeFigureOut">
              <a:rPr lang="en-US" smtClean="0"/>
              <a:t>7/4/26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492795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583C9-DEE5-FC4C-B623-EA79B2BF9B2B}" type="datetimeFigureOut">
              <a:rPr lang="en-US" smtClean="0"/>
              <a:t>7/4/26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841853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91583C9-DEE5-FC4C-B623-EA79B2BF9B2B}" type="datetimeFigureOut">
              <a:rPr lang="en-US" smtClean="0"/>
              <a:t>7/4/26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0478CE6-ED10-A04B-9B8D-2FC9A66B13C8}"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1852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91583C9-DEE5-FC4C-B623-EA79B2BF9B2B}" type="datetimeFigureOut">
              <a:rPr lang="en-US" smtClean="0"/>
              <a:t>7/4/26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0478CE6-ED10-A04B-9B8D-2FC9A66B13C8}"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85452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91583C9-DEE5-FC4C-B623-EA79B2BF9B2B}" type="datetimeFigureOut">
              <a:rPr lang="en-US" smtClean="0"/>
              <a:t>7/4/26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250351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91583C9-DEE5-FC4C-B623-EA79B2BF9B2B}" type="datetimeFigureOut">
              <a:rPr lang="en-US" smtClean="0"/>
              <a:t>7/4/26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78CE6-ED10-A04B-9B8D-2FC9A66B13C8}" type="slidenum">
              <a:rPr lang="en-US" smtClean="0"/>
              <a:t>‹#›</a:t>
            </a:fld>
            <a:endParaRPr lang="en-US"/>
          </a:p>
        </p:txBody>
      </p:sp>
    </p:spTree>
    <p:extLst>
      <p:ext uri="{BB962C8B-B14F-4D97-AF65-F5344CB8AC3E}">
        <p14:creationId xmlns:p14="http://schemas.microsoft.com/office/powerpoint/2010/main" val="2458678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B91583C9-DEE5-FC4C-B623-EA79B2BF9B2B}" type="datetimeFigureOut">
              <a:rPr lang="en-US" smtClean="0"/>
              <a:t>7/4/26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0478CE6-ED10-A04B-9B8D-2FC9A66B13C8}"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8846702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A7D512-2FCD-5A3C-55E6-768E37C8DD1F}"/>
              </a:ext>
            </a:extLst>
          </p:cNvPr>
          <p:cNvSpPr>
            <a:spLocks noGrp="1"/>
          </p:cNvSpPr>
          <p:nvPr>
            <p:ph type="ctrTitle"/>
          </p:nvPr>
        </p:nvSpPr>
        <p:spPr/>
        <p:txBody>
          <a:bodyPr/>
          <a:lstStyle/>
          <a:p>
            <a:r>
              <a:rPr lang="tr-TR" dirty="0"/>
              <a:t>VALOMENTA</a:t>
            </a:r>
            <a:endParaRPr lang="en-US" dirty="0"/>
          </a:p>
        </p:txBody>
      </p:sp>
      <p:sp>
        <p:nvSpPr>
          <p:cNvPr id="3" name="Alt Başlık 2">
            <a:extLst>
              <a:ext uri="{FF2B5EF4-FFF2-40B4-BE49-F238E27FC236}">
                <a16:creationId xmlns:a16="http://schemas.microsoft.com/office/drawing/2014/main" id="{547ED662-5451-F460-04C0-31D71F787131}"/>
              </a:ext>
            </a:extLst>
          </p:cNvPr>
          <p:cNvSpPr>
            <a:spLocks noGrp="1"/>
          </p:cNvSpPr>
          <p:nvPr>
            <p:ph type="subTitle" idx="1"/>
          </p:nvPr>
        </p:nvSpPr>
        <p:spPr/>
        <p:txBody>
          <a:bodyPr>
            <a:normAutofit/>
          </a:bodyPr>
          <a:lstStyle/>
          <a:p>
            <a:r>
              <a:rPr lang="en-US" sz="2000" dirty="0"/>
              <a:t>An Intuitive App to Your Health</a:t>
            </a:r>
          </a:p>
        </p:txBody>
      </p:sp>
    </p:spTree>
    <p:extLst>
      <p:ext uri="{BB962C8B-B14F-4D97-AF65-F5344CB8AC3E}">
        <p14:creationId xmlns:p14="http://schemas.microsoft.com/office/powerpoint/2010/main" val="32628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20CB0D-0DB5-4843-C36F-56F2F3BA0835}"/>
              </a:ext>
            </a:extLst>
          </p:cNvPr>
          <p:cNvSpPr>
            <a:spLocks noGrp="1"/>
          </p:cNvSpPr>
          <p:nvPr>
            <p:ph type="title"/>
          </p:nvPr>
        </p:nvSpPr>
        <p:spPr/>
        <p:txBody>
          <a:bodyPr/>
          <a:lstStyle/>
          <a:p>
            <a:r>
              <a:rPr lang="en-US" dirty="0"/>
              <a:t>Introduction</a:t>
            </a:r>
          </a:p>
        </p:txBody>
      </p:sp>
      <p:sp>
        <p:nvSpPr>
          <p:cNvPr id="3" name="İçerik Yer Tutucusu 2">
            <a:extLst>
              <a:ext uri="{FF2B5EF4-FFF2-40B4-BE49-F238E27FC236}">
                <a16:creationId xmlns:a16="http://schemas.microsoft.com/office/drawing/2014/main" id="{F9FA1454-D712-98C7-5517-0016EBF8531E}"/>
              </a:ext>
            </a:extLst>
          </p:cNvPr>
          <p:cNvSpPr>
            <a:spLocks noGrp="1"/>
          </p:cNvSpPr>
          <p:nvPr>
            <p:ph idx="1"/>
          </p:nvPr>
        </p:nvSpPr>
        <p:spPr/>
        <p:txBody>
          <a:bodyPr>
            <a:normAutofit fontScale="77500" lnSpcReduction="20000"/>
          </a:bodyPr>
          <a:lstStyle/>
          <a:p>
            <a:r>
              <a:rPr lang="en-US" b="1" dirty="0" err="1"/>
              <a:t>Valomenta</a:t>
            </a:r>
            <a:r>
              <a:rPr lang="en-US" b="1" dirty="0"/>
              <a:t>: Your Personalized Wellness Journey</a:t>
            </a:r>
            <a:endParaRPr lang="en-US" dirty="0"/>
          </a:p>
          <a:p>
            <a:r>
              <a:rPr lang="en-US" dirty="0"/>
              <a:t>In today's fast-paced world, maintaining physical and mental well-being is crucial. </a:t>
            </a:r>
            <a:r>
              <a:rPr lang="en-US" dirty="0" err="1"/>
              <a:t>Valomenta</a:t>
            </a:r>
            <a:r>
              <a:rPr lang="en-US" dirty="0"/>
              <a:t> is your personalized health companion, designed to simplify your wellness journey and empower you to live a healthier, happier life.</a:t>
            </a:r>
          </a:p>
          <a:p>
            <a:r>
              <a:rPr lang="en-US" dirty="0"/>
              <a:t>This presentation will delve into the key features and functionalities of </a:t>
            </a:r>
            <a:r>
              <a:rPr lang="en-US" dirty="0" err="1"/>
              <a:t>Valomenta</a:t>
            </a:r>
            <a:r>
              <a:rPr lang="en-US" dirty="0"/>
              <a:t>, highlighting how it can help you:</a:t>
            </a:r>
          </a:p>
          <a:p>
            <a:pPr>
              <a:buFont typeface="Arial" panose="020B0604020202020204" pitchFamily="34" charset="0"/>
              <a:buChar char="•"/>
            </a:pPr>
            <a:r>
              <a:rPr lang="en-US" b="1" dirty="0"/>
              <a:t>Set and Track Goals:</a:t>
            </a:r>
            <a:r>
              <a:rPr lang="en-US" dirty="0"/>
              <a:t> Easily define your wellness objectives, whether it's increasing daily steps or improving sleep quality.</a:t>
            </a:r>
          </a:p>
          <a:p>
            <a:pPr>
              <a:buFont typeface="Arial" panose="020B0604020202020204" pitchFamily="34" charset="0"/>
              <a:buChar char="•"/>
            </a:pPr>
            <a:r>
              <a:rPr lang="en-US" b="1" dirty="0"/>
              <a:t>Monitor Vital Metrics:</a:t>
            </a:r>
            <a:r>
              <a:rPr lang="en-US" dirty="0"/>
              <a:t> Keep tabs on your heart rate, sleep duration, and more, all in one place.</a:t>
            </a:r>
          </a:p>
          <a:p>
            <a:pPr>
              <a:buFont typeface="Arial" panose="020B0604020202020204" pitchFamily="34" charset="0"/>
              <a:buChar char="•"/>
            </a:pPr>
            <a:r>
              <a:rPr lang="en-US" b="1" dirty="0"/>
              <a:t>Receive Personalized Reminders:</a:t>
            </a:r>
            <a:r>
              <a:rPr lang="en-US" dirty="0"/>
              <a:t> Stay on track with timely notifications tailored to your goals.</a:t>
            </a:r>
          </a:p>
          <a:p>
            <a:pPr>
              <a:buFont typeface="Arial" panose="020B0604020202020204" pitchFamily="34" charset="0"/>
              <a:buChar char="•"/>
            </a:pPr>
            <a:r>
              <a:rPr lang="en-US" b="1" dirty="0"/>
              <a:t>Gain Valuable Insights:</a:t>
            </a:r>
            <a:r>
              <a:rPr lang="en-US" dirty="0"/>
              <a:t> Analyze your progress over time and identify areas for improvement.</a:t>
            </a:r>
          </a:p>
          <a:p>
            <a:r>
              <a:rPr lang="en-US" dirty="0"/>
              <a:t>Join us as we explore how </a:t>
            </a:r>
            <a:r>
              <a:rPr lang="en-US" dirty="0" err="1"/>
              <a:t>Valomenta</a:t>
            </a:r>
            <a:r>
              <a:rPr lang="en-US" dirty="0"/>
              <a:t> can help you achieve your wellness goals and live a more fulfilling life.</a:t>
            </a:r>
          </a:p>
        </p:txBody>
      </p:sp>
    </p:spTree>
    <p:extLst>
      <p:ext uri="{BB962C8B-B14F-4D97-AF65-F5344CB8AC3E}">
        <p14:creationId xmlns:p14="http://schemas.microsoft.com/office/powerpoint/2010/main" val="4105083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A98B23-ED48-637B-0BE1-C9EFA6242DF7}"/>
              </a:ext>
            </a:extLst>
          </p:cNvPr>
          <p:cNvSpPr>
            <a:spLocks noGrp="1"/>
          </p:cNvSpPr>
          <p:nvPr>
            <p:ph type="title"/>
          </p:nvPr>
        </p:nvSpPr>
        <p:spPr/>
        <p:txBody>
          <a:bodyPr/>
          <a:lstStyle/>
          <a:p>
            <a:r>
              <a:rPr lang="en-US" dirty="0"/>
              <a:t>Work Breakdown Structure</a:t>
            </a:r>
          </a:p>
        </p:txBody>
      </p:sp>
      <p:graphicFrame>
        <p:nvGraphicFramePr>
          <p:cNvPr id="4" name="İçerik Yer Tutucusu 3">
            <a:extLst>
              <a:ext uri="{FF2B5EF4-FFF2-40B4-BE49-F238E27FC236}">
                <a16:creationId xmlns:a16="http://schemas.microsoft.com/office/drawing/2014/main" id="{9153B353-031C-621C-09BB-CF24058CF93E}"/>
              </a:ext>
            </a:extLst>
          </p:cNvPr>
          <p:cNvGraphicFramePr>
            <a:graphicFrameLocks noGrp="1"/>
          </p:cNvGraphicFramePr>
          <p:nvPr>
            <p:ph idx="1"/>
            <p:extLst>
              <p:ext uri="{D42A27DB-BD31-4B8C-83A1-F6EECF244321}">
                <p14:modId xmlns:p14="http://schemas.microsoft.com/office/powerpoint/2010/main" val="3956183770"/>
              </p:ext>
            </p:extLst>
          </p:nvPr>
        </p:nvGraphicFramePr>
        <p:xfrm>
          <a:off x="1371600" y="1787612"/>
          <a:ext cx="9782432" cy="44731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52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85E4E4-BBF2-1720-3B35-781B59E3C4D2}"/>
              </a:ext>
            </a:extLst>
          </p:cNvPr>
          <p:cNvSpPr>
            <a:spLocks noGrp="1"/>
          </p:cNvSpPr>
          <p:nvPr>
            <p:ph type="title"/>
          </p:nvPr>
        </p:nvSpPr>
        <p:spPr/>
        <p:txBody>
          <a:bodyPr/>
          <a:lstStyle/>
          <a:p>
            <a:r>
              <a:rPr lang="en-US" dirty="0"/>
              <a:t>Risks</a:t>
            </a:r>
          </a:p>
        </p:txBody>
      </p:sp>
      <p:sp>
        <p:nvSpPr>
          <p:cNvPr id="3" name="İçerik Yer Tutucusu 2">
            <a:extLst>
              <a:ext uri="{FF2B5EF4-FFF2-40B4-BE49-F238E27FC236}">
                <a16:creationId xmlns:a16="http://schemas.microsoft.com/office/drawing/2014/main" id="{B0067B49-EEE2-B77C-1B19-1B010658F046}"/>
              </a:ext>
            </a:extLst>
          </p:cNvPr>
          <p:cNvSpPr>
            <a:spLocks noGrp="1"/>
          </p:cNvSpPr>
          <p:nvPr>
            <p:ph idx="1"/>
          </p:nvPr>
        </p:nvSpPr>
        <p:spPr/>
        <p:txBody>
          <a:bodyPr/>
          <a:lstStyle/>
          <a:p>
            <a:pPr marL="457200" indent="-457200">
              <a:buFont typeface="+mj-lt"/>
              <a:buAutoNum type="arabicPeriod"/>
            </a:pPr>
            <a:r>
              <a:rPr lang="en-US" dirty="0"/>
              <a:t>Data loss due to the server outages.</a:t>
            </a:r>
          </a:p>
          <a:p>
            <a:pPr marL="457200" indent="-457200">
              <a:buFont typeface="+mj-lt"/>
              <a:buAutoNum type="arabicPeriod"/>
            </a:pPr>
            <a:r>
              <a:rPr lang="en-US" dirty="0"/>
              <a:t>Data breaches.</a:t>
            </a:r>
          </a:p>
          <a:p>
            <a:pPr marL="457200" indent="-457200">
              <a:buFont typeface="+mj-lt"/>
              <a:buAutoNum type="arabicPeriod"/>
            </a:pPr>
            <a:r>
              <a:rPr lang="en-US" dirty="0"/>
              <a:t>Less than expected number of users.</a:t>
            </a:r>
          </a:p>
          <a:p>
            <a:pPr marL="457200" indent="-457200">
              <a:buFont typeface="+mj-lt"/>
              <a:buAutoNum type="arabicPeriod"/>
            </a:pPr>
            <a:r>
              <a:rPr lang="en-US" dirty="0"/>
              <a:t>Competition in the market.</a:t>
            </a:r>
          </a:p>
          <a:p>
            <a:pPr marL="457200" indent="-457200">
              <a:buFont typeface="+mj-lt"/>
              <a:buAutoNum type="arabicPeriod"/>
            </a:pPr>
            <a:r>
              <a:rPr lang="en-US" dirty="0"/>
              <a:t>Budget overrun.</a:t>
            </a:r>
          </a:p>
        </p:txBody>
      </p:sp>
    </p:spTree>
    <p:extLst>
      <p:ext uri="{BB962C8B-B14F-4D97-AF65-F5344CB8AC3E}">
        <p14:creationId xmlns:p14="http://schemas.microsoft.com/office/powerpoint/2010/main" val="100348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85E4E4-BBF2-1720-3B35-781B59E3C4D2}"/>
              </a:ext>
            </a:extLst>
          </p:cNvPr>
          <p:cNvSpPr>
            <a:spLocks noGrp="1"/>
          </p:cNvSpPr>
          <p:nvPr>
            <p:ph type="title"/>
          </p:nvPr>
        </p:nvSpPr>
        <p:spPr/>
        <p:txBody>
          <a:bodyPr/>
          <a:lstStyle/>
          <a:p>
            <a:r>
              <a:rPr lang="en-US" dirty="0"/>
              <a:t>Contingency Plans for Risks</a:t>
            </a:r>
          </a:p>
        </p:txBody>
      </p:sp>
      <p:sp>
        <p:nvSpPr>
          <p:cNvPr id="3" name="İçerik Yer Tutucusu 2">
            <a:extLst>
              <a:ext uri="{FF2B5EF4-FFF2-40B4-BE49-F238E27FC236}">
                <a16:creationId xmlns:a16="http://schemas.microsoft.com/office/drawing/2014/main" id="{B0067B49-EEE2-B77C-1B19-1B010658F046}"/>
              </a:ext>
            </a:extLst>
          </p:cNvPr>
          <p:cNvSpPr>
            <a:spLocks noGrp="1"/>
          </p:cNvSpPr>
          <p:nvPr>
            <p:ph idx="1"/>
          </p:nvPr>
        </p:nvSpPr>
        <p:spPr>
          <a:xfrm>
            <a:off x="1371600" y="2285999"/>
            <a:ext cx="9601200" cy="4098175"/>
          </a:xfrm>
        </p:spPr>
        <p:txBody>
          <a:bodyPr>
            <a:normAutofit/>
          </a:bodyPr>
          <a:lstStyle/>
          <a:p>
            <a:pPr marL="457200" indent="-457200">
              <a:buFont typeface="+mj-lt"/>
              <a:buAutoNum type="arabicPeriod"/>
            </a:pPr>
            <a:r>
              <a:rPr lang="en-US" dirty="0"/>
              <a:t>Perform regular automated backups of the database.</a:t>
            </a:r>
            <a:br>
              <a:rPr lang="en-US" dirty="0"/>
            </a:br>
            <a:r>
              <a:rPr lang="en-US" dirty="0"/>
              <a:t>Using reliable cloud databases for storing data.</a:t>
            </a:r>
          </a:p>
          <a:p>
            <a:pPr marL="457200" indent="-457200">
              <a:buFont typeface="+mj-lt"/>
              <a:buAutoNum type="arabicPeriod"/>
            </a:pPr>
            <a:r>
              <a:rPr lang="en-US" dirty="0"/>
              <a:t>Ensure robust encryption methodologies (RSA, AES etc.) for data storage.</a:t>
            </a:r>
          </a:p>
          <a:p>
            <a:pPr marL="457200" indent="-457200">
              <a:buFont typeface="+mj-lt"/>
              <a:buAutoNum type="arabicPeriod"/>
            </a:pPr>
            <a:r>
              <a:rPr lang="en-US" dirty="0"/>
              <a:t>Especially focus on unique features such as cooperative/competitive mode and AI Coach.</a:t>
            </a:r>
            <a:br>
              <a:rPr lang="en-US" dirty="0"/>
            </a:br>
            <a:r>
              <a:rPr lang="en-US" dirty="0"/>
              <a:t>Find a way to encourage the users to invite friends and acquaintances with a referral program.</a:t>
            </a:r>
          </a:p>
          <a:p>
            <a:pPr marL="457200" indent="-457200">
              <a:buFont typeface="+mj-lt"/>
              <a:buAutoNum type="arabicPeriod"/>
            </a:pPr>
            <a:r>
              <a:rPr lang="en-US" dirty="0"/>
              <a:t>Advertise the application on social media or on the strategic locations like gyms, coasts, and natural parks.</a:t>
            </a:r>
          </a:p>
          <a:p>
            <a:pPr marL="457200" indent="-457200">
              <a:buFont typeface="+mj-lt"/>
              <a:buAutoNum type="arabicPeriod"/>
            </a:pPr>
            <a:r>
              <a:rPr lang="en-US" dirty="0"/>
              <a:t>Allocate a 6.25% contingency fund to handle unexpected expenses.</a:t>
            </a:r>
            <a:br>
              <a:rPr lang="en-US" dirty="0"/>
            </a:br>
            <a:r>
              <a:rPr lang="en-US" dirty="0"/>
              <a:t>Monitor the expenditures and identify the overspending regularly.</a:t>
            </a:r>
          </a:p>
        </p:txBody>
      </p:sp>
    </p:spTree>
    <p:extLst>
      <p:ext uri="{BB962C8B-B14F-4D97-AF65-F5344CB8AC3E}">
        <p14:creationId xmlns:p14="http://schemas.microsoft.com/office/powerpoint/2010/main" val="2620534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a:xfrm>
            <a:off x="1371600" y="2285999"/>
            <a:ext cx="9601200" cy="4696691"/>
          </a:xfrm>
        </p:spPr>
        <p:txBody>
          <a:bodyPr>
            <a:normAutofit/>
          </a:bodyPr>
          <a:lstStyle/>
          <a:p>
            <a:pPr marL="6553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These requirements define the system’s functionality, outlining the behaviors and processes needed for user registration and login. </a:t>
            </a:r>
            <a:endParaRPr lang="tr-TR" sz="1200"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1. Registration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Provide a dedicated registration page for users to enter their details.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Validate user-provided information in real time to minimize errors.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Automatically send a confirmation link via email or an OTP via SMS immediately after registration. </a:t>
            </a:r>
            <a:endParaRPr lang="tr-TR" sz="1200"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2. Login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Authenticate users by verifying their credentials in real time and grant access upon successful verification.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Detect and block repeated failed login attempts using rate-limiting techniques.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Offer biometric login options, such as fingerprint or facial recognition, for supported devices.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Define role-based access to functionalities (e.g., administrator vs. standard user) to ensure appropriate permissions.</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0652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a:xfrm>
            <a:off x="1371600" y="2286000"/>
            <a:ext cx="9601200" cy="4098175"/>
          </a:xfrm>
        </p:spPr>
        <p:txBody>
          <a:bodyPr>
            <a:normAutofit/>
          </a:bodyPr>
          <a:lstStyle/>
          <a:p>
            <a:pPr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3. Forgot Password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Generate a secure, one-time password reset link or OTP for users who need to recover access.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Enable users to set a new password securely after completing identity verification. </a:t>
            </a:r>
            <a:endParaRPr lang="tr-TR" sz="1200"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4. Account Security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Monitor and log suspicious activities, such as logins from new devices or locations, and alert users. • Implement multi-factor authentication (MFA) for enhanced security during login. </a:t>
            </a:r>
            <a:endParaRPr lang="tr-TR" sz="1200"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5. Access Control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Restrict access so users can only view and modify their own data. </a:t>
            </a:r>
            <a:endParaRPr lang="tr-TR" sz="12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Define role-based access to functionalities (e.g., administrator vs. standard user) to ensure appropriate permissions.</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3639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p:txBody>
          <a:bodyPr>
            <a:normAutofit/>
          </a:bodyPr>
          <a:lstStyle/>
          <a:p>
            <a:pPr marL="0" indent="0">
              <a:lnSpc>
                <a:spcPct val="107000"/>
              </a:lnSpc>
              <a:buNone/>
            </a:pPr>
            <a:r>
              <a:rPr lang="en-US" sz="1200" u="sng" kern="100" dirty="0">
                <a:solidFill>
                  <a:srgbClr val="0D0D0D"/>
                </a:solidFill>
                <a:effectLst/>
                <a:ea typeface="Aptos" panose="020B0004020202020204" pitchFamily="34" charset="0"/>
                <a:cs typeface="Times New Roman" panose="02020603050405020304" pitchFamily="18" charset="0"/>
              </a:rPr>
              <a:t>Security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Data Encryption: Passwords must be securely encrypted using advanced hashing algorithms like </a:t>
            </a:r>
            <a:r>
              <a:rPr lang="en-US" sz="1200" kern="100" dirty="0" err="1">
                <a:solidFill>
                  <a:srgbClr val="0D0D0D"/>
                </a:solidFill>
                <a:effectLst/>
                <a:ea typeface="Aptos" panose="020B0004020202020204" pitchFamily="34" charset="0"/>
                <a:cs typeface="Times New Roman" panose="02020603050405020304" pitchFamily="18" charset="0"/>
              </a:rPr>
              <a:t>bcrypt</a:t>
            </a:r>
            <a:r>
              <a:rPr lang="en-US" sz="1200" kern="100" dirty="0">
                <a:solidFill>
                  <a:srgbClr val="0D0D0D"/>
                </a:solidFill>
                <a:effectLst/>
                <a:ea typeface="Aptos" panose="020B0004020202020204" pitchFamily="34" charset="0"/>
                <a:cs typeface="Times New Roman" panose="02020603050405020304" pitchFamily="18" charset="0"/>
              </a:rPr>
              <a:t> or Argon</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Secure Connections: All communications between the app and servers must use HTTPS with TLS 1.2 or newer.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Threat Mitigation: Implement firewalls, intrusion detection systems, and safeguards against brute-force attacks. </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u="sng" kern="100" dirty="0">
                <a:solidFill>
                  <a:srgbClr val="0D0D0D"/>
                </a:solidFill>
                <a:effectLst/>
                <a:ea typeface="Aptos" panose="020B0004020202020204" pitchFamily="34" charset="0"/>
                <a:cs typeface="Times New Roman" panose="02020603050405020304" pitchFamily="18" charset="0"/>
              </a:rPr>
              <a:t>Performance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Ensure that the registration and login processes are complete within 2 seconds under standard conditions.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The system should handle peak traffic, accommodating up to 10,000 simultaneous registrations or login attempts. </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13510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p:txBody>
          <a:bodyPr>
            <a:normAutofit/>
          </a:bodyPr>
          <a:lstStyle/>
          <a:p>
            <a:pPr marL="0" indent="0">
              <a:lnSpc>
                <a:spcPct val="107000"/>
              </a:lnSpc>
              <a:buNone/>
            </a:pPr>
            <a:r>
              <a:rPr lang="en-US" sz="1200" u="sng" kern="100" dirty="0">
                <a:solidFill>
                  <a:srgbClr val="0D0D0D"/>
                </a:solidFill>
                <a:effectLst/>
                <a:ea typeface="Aptos" panose="020B0004020202020204" pitchFamily="34" charset="0"/>
                <a:cs typeface="Times New Roman" panose="02020603050405020304" pitchFamily="18" charset="0"/>
              </a:rPr>
              <a:t>Scalability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Architect the app for horizontal scalability to support a growing user base.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Utilize scalable cloud solutions, such as AWS or Azure, to manage databases and ensure efficient load balancing. </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u="sng" kern="100" dirty="0">
                <a:solidFill>
                  <a:srgbClr val="0D0D0D"/>
                </a:solidFill>
                <a:effectLst/>
                <a:ea typeface="Aptos" panose="020B0004020202020204" pitchFamily="34" charset="0"/>
                <a:cs typeface="Times New Roman" panose="02020603050405020304" pitchFamily="18" charset="0"/>
              </a:rPr>
              <a:t>Usability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Provide an intuitive interface with clear error feedback to guide users, such as explanations for weak passwords.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Incorporate accessibility features, including screen reader compatibility for users with visual impairments. </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u="sng" kern="100" dirty="0">
                <a:solidFill>
                  <a:srgbClr val="0D0D0D"/>
                </a:solidFill>
                <a:effectLst/>
                <a:ea typeface="Aptos" panose="020B0004020202020204" pitchFamily="34" charset="0"/>
                <a:cs typeface="Times New Roman" panose="02020603050405020304" pitchFamily="18" charset="0"/>
              </a:rPr>
              <a:t>Compliance </a:t>
            </a:r>
            <a:endParaRPr lang="tr-TR" sz="1200" kern="100" dirty="0">
              <a:effectLst/>
              <a:ea typeface="Aptos" panose="020B0004020202020204" pitchFamily="34" charset="0"/>
              <a:cs typeface="Times New Roman" panose="02020603050405020304" pitchFamily="18" charset="0"/>
            </a:endParaRPr>
          </a:p>
          <a:p>
            <a:pPr marL="522732"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Ensure compliance with global data protection standards like GDPR and HIPAA to protect user privacy and sensitive information. </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60555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Goal Setting:</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Personalized Goal Setting: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define their own goals for various metrics (steps, meditation time, sleep duration, heart rate, calorie intake, water consumption, etc.).</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a variety of goal types to choose from, catering to different wellness aspects.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Goal Customization: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set specific target values for their goals (e.g., 10,000 steps per day, 15 minutes of meditation).</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set the frequency of their goals (daily, weekly, monthly).</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set reminders for their goals.</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37634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p:txBody>
          <a:bodyPr>
            <a:noAutofit/>
          </a:bodyPr>
          <a:lstStyle/>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Goal Selection: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offers predefined goal templates or suggestions based on common health recommendations or user data.</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information about the benefits of achieving specific goals.</a:t>
            </a: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Goal Modification: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easily edit or adjust their existing goals as needed.</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tracks the history of goal modifications.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Goal Tracking Period: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set the timeframe for their goals (daily, weekly, monthly).</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options for recurring goals.</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7325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a:xfrm>
            <a:off x="1371600" y="2286000"/>
            <a:ext cx="9601200" cy="4023360"/>
          </a:xfrm>
        </p:spPr>
        <p:txBody>
          <a:bodyPr>
            <a:no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Daily Activity Tracking:</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Manual Entry: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manually input their daily activity data (e.g., steps taken, sleep duration, heart rate).</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clear instructions on how to manually enter data.</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Data Integration (Future Consideration):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can potentially integrate with other devices or apps (e.g., fitness trackers, smartwatches, health platforms) to automatically collect activity data.</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supports secure data transfer and integration with third-party devices and apps.</a:t>
            </a: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Activity Logging: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logs all recorded activity data with timestamps and location data (with user permission).</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a calendar view for users to review their activity logs.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04100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BA9F18-4D08-34B0-3DA0-0B20471FE47D}"/>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ADF87AC2-28DC-A047-4DA4-2D1BC213F4A5}"/>
              </a:ext>
            </a:extLst>
          </p:cNvPr>
          <p:cNvSpPr>
            <a:spLocks noGrp="1"/>
          </p:cNvSpPr>
          <p:nvPr>
            <p:ph idx="1"/>
          </p:nvPr>
        </p:nvSpPr>
        <p:spPr>
          <a:xfrm>
            <a:off x="1371600" y="2285999"/>
            <a:ext cx="9601200" cy="4039985"/>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Progress Tracking &amp; Visualization:</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Progress Display: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view their progress towards their goals in a clear and understandable format (e.g., progress bars, charts, graphs).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different visualization options to cater to user preferences.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Real-time Tracking: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updates progress in real-time as users input or the app receives data.</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haptic feedback for progress updates.</a:t>
            </a:r>
          </a:p>
          <a:p>
            <a:pPr marL="914400" lvl="2" indent="0">
              <a:lnSpc>
                <a:spcPct val="107000"/>
              </a:lnSpc>
              <a:spcAft>
                <a:spcPts val="800"/>
              </a:spcAft>
              <a:buSzPts val="1000"/>
              <a:buNone/>
              <a:tabLst>
                <a:tab pos="1371600" algn="l"/>
                <a:tab pos="2042160" algn="l"/>
              </a:tabLst>
            </a:pPr>
            <a:endParaRPr lang="tr-TR" sz="15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80890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p:txBody>
          <a:bodyPr>
            <a:normAutofit/>
          </a:bodyPr>
          <a:lstStyle/>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Historical Data Review: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access historical data to review their progress over time.</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filtering and sorting options for historical data.</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Reporting/Summaries: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generates summaries of activity and goal achievements (e.g., daily, weekly, monthly summaries).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insights and analysis of user data to help users understand their progress and identify areas for improvement.</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98252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4031673"/>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Notifications/Reminders: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Goal Reminders: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sends reminders to users to encourage them to stay on track with their goals.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motivational messages and tips.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Progress Notifications: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notifies users when they achieve milestones or are close to reaching their goals.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celebratory messages and badges for achieving goals.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Customizable Notifications: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customize notification settings (frequency, type, sound, vibration).</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can choose to snooze or dismiss notifications.</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71316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6000"/>
            <a:ext cx="9601200" cy="3965172"/>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Usability:</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Intuitive Interface: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Goal setting and tracking should be easy and straightforward to use, even for users who are not tech-savvy.</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provides clear instructions and tooltips.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Clear Visualizations: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Progress should be displayed in a visually appealing and easy-to-understand manner.</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uses charts and graphs that are easy to interpret.</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Simple Navigation: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Users should be able to easily navigate between different sections of the app related to goal setting and tracking.</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has a clear and consistent navigation structure.</a:t>
            </a: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0193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p:txBody>
          <a:bodyPr>
            <a:no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Performance:</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Fast Data Processing: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should quickly process and display activity data and progress updates.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uses efficient algorithms and data structures.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Efficient Data Storage: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should store activity data efficiently to minimize storage usage.</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uses data compression techniques.</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26501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6000"/>
            <a:ext cx="9601200" cy="3183776"/>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Reliability:</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Accurate Data Tracking: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should accurately track and record activity data.</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uses reliable sensors and data sources.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Consistent Performance: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should perform consistently without errors or crashes.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undergoes rigorous testing and quality assurance.</a:t>
            </a:r>
          </a:p>
          <a:p>
            <a:pPr marL="914400" lvl="2" indent="0">
              <a:lnSpc>
                <a:spcPct val="107000"/>
              </a:lnSpc>
              <a:spcAft>
                <a:spcPts val="800"/>
              </a:spcAft>
              <a:buSzPts val="1000"/>
              <a:buNone/>
              <a:tabLst>
                <a:tab pos="1371600" algn="l"/>
                <a:tab pos="2042160" algn="l"/>
              </a:tabLst>
            </a:pPr>
            <a:endParaRPr lang="tr-TR" sz="12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19694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225339"/>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Security:</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Data Privacy: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User activity data should be stored securely and protected from unauthorized access.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uses encryption and access control mechanisms.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Data Security: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complies with relevant data privacy regulations.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has a clear privacy policy.</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19935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225339"/>
          </a:xfrm>
        </p:spPr>
        <p:txBody>
          <a:bodyPr>
            <a:normAutofit/>
          </a:bodyPr>
          <a:lstStyle/>
          <a:p>
            <a:pPr marL="0" lvl="0" indent="0">
              <a:lnSpc>
                <a:spcPct val="107000"/>
              </a:lnSpc>
              <a:spcAft>
                <a:spcPts val="800"/>
              </a:spcAft>
              <a:buSzPts val="1000"/>
              <a:buNone/>
              <a:tabLst>
                <a:tab pos="457200" algn="l"/>
                <a:tab pos="1127760" algn="l"/>
              </a:tabLst>
            </a:pPr>
            <a:r>
              <a:rPr lang="en-US" sz="1200" u="sng" kern="100" dirty="0">
                <a:solidFill>
                  <a:srgbClr val="0D0D0D"/>
                </a:solidFill>
                <a:effectLst/>
                <a:ea typeface="Aptos" panose="020B0004020202020204" pitchFamily="34" charset="0"/>
                <a:cs typeface="Times New Roman" panose="02020603050405020304" pitchFamily="18" charset="0"/>
              </a:rPr>
              <a:t>Accessibility:</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SzPts val="1000"/>
              <a:buNone/>
              <a:tabLst>
                <a:tab pos="914400" algn="l"/>
                <a:tab pos="1584960" algn="l"/>
              </a:tabLst>
            </a:pPr>
            <a:r>
              <a:rPr lang="en-US" sz="1200" kern="100" dirty="0">
                <a:solidFill>
                  <a:srgbClr val="0D0D0D"/>
                </a:solidFill>
                <a:effectLst/>
                <a:ea typeface="Aptos" panose="020B0004020202020204" pitchFamily="34" charset="0"/>
                <a:cs typeface="Times New Roman" panose="02020603050405020304" pitchFamily="18" charset="0"/>
              </a:rPr>
              <a:t>Accessibility Considerations: </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should be designed to be accessible to users with disabilities (e.g., screen reader compatibility, appropriate color contrast, alternative text for images).</a:t>
            </a:r>
            <a:endParaRPr lang="tr-TR" sz="1200" kern="100" dirty="0">
              <a:effectLst/>
              <a:ea typeface="Aptos" panose="020B0004020202020204" pitchFamily="34" charset="0"/>
              <a:cs typeface="Times New Roman" panose="02020603050405020304" pitchFamily="18" charset="0"/>
            </a:endParaRPr>
          </a:p>
          <a:p>
            <a:pPr marL="914400" lvl="2" indent="0">
              <a:lnSpc>
                <a:spcPct val="107000"/>
              </a:lnSpc>
              <a:spcAft>
                <a:spcPts val="800"/>
              </a:spcAft>
              <a:buSzPts val="1000"/>
              <a:buNone/>
              <a:tabLst>
                <a:tab pos="1371600" algn="l"/>
                <a:tab pos="2042160" algn="l"/>
              </a:tabLst>
            </a:pPr>
            <a:r>
              <a:rPr lang="en-US" sz="1200" kern="100" dirty="0">
                <a:solidFill>
                  <a:srgbClr val="0D0D0D"/>
                </a:solidFill>
                <a:effectLst/>
                <a:ea typeface="Aptos" panose="020B0004020202020204" pitchFamily="34" charset="0"/>
                <a:cs typeface="Times New Roman" panose="02020603050405020304" pitchFamily="18" charset="0"/>
              </a:rPr>
              <a:t>The app follows accessibility guidelines and standards.</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66774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732416"/>
          </a:xfrm>
        </p:spPr>
        <p:txBody>
          <a:bodyPr>
            <a:normAutofit/>
          </a:bodyPr>
          <a:lstStyle/>
          <a:p>
            <a:pPr>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must send a notification to the user when a goal is achieved.</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should be sent immediately after the goal is accomplished.</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Notifications should be sent error-free to the network or server.</a:t>
            </a:r>
            <a:endParaRPr lang="tr-TR" sz="1200" kern="100" dirty="0">
              <a:effectLst/>
              <a:ea typeface="Aptos" panose="020B0004020202020204" pitchFamily="34" charset="0"/>
              <a:cs typeface="Times New Roman" panose="02020603050405020304" pitchFamily="18" charset="0"/>
            </a:endParaRPr>
          </a:p>
          <a:p>
            <a:pPr>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must send a notification before the next day to alert the user if a daily goal is not met. This notification should indicate the remaining progress of the goal and include a motivational message to encourage the user to accomplish it before midnight.</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must be sent exactly between 20.00 and 23.59 based on the user’s time zone.</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limit for notification must not be more than 200 characters.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56205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732416"/>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must display the user’s activities for the previous 7 days on the main page. This should include metrics such as steps taken, traveled distance, burned calories, sleep duration, maximum and minimum heart rate during the day, etc.</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This interface should be visible at the same time when the user opens the application. If is not possible it should not exceed 1.5 seconds.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must be designed to handle large amounts of user data without performance issues.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If the user’s phone is in auto-rotate mode open the visuals in portrait mode but should also be turned to horizontal mode upon request. The visuals should be adaptable for various sizes of screens and resolutions.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visuals should use charts, lists, and bars, and must be clearly readable and understandable by all kinds of users.</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14152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724104"/>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must open the view of the monthly activity when the user clicks on the 7-day activity segment on the main page. The same visuals and health metrics also must be on this screen. This screen should also include a movement button between all available months.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This interface should be loaded within 1.5 seconds upon clicking the 7-day activity segment.</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must be designed to handle large amounts of user data without performance issues.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If the user’s phone is in auto-rotate mode open the visuals in portrait mode but should also be turned to horizontal mode upon request. The visuals should be adaptable for various sizes of screens and resolutions.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visuals should use charts, lists, and bars, and must be clearly readable and understandable by all kinds of users.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buttons for transition should be clearly visible and not be eye-straining for all users. </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transition between monthly records should be smooth. The requested monthly navigation should be seen by the user within 100 milliseconds.</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94156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724104"/>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user can generate a summary of all recorded activities with a button on the main page if it is needed. Upon generating the summary, a screen should open and show the summary afterward. This summary should include all-time progress, presented day by day, and should be in a downloadable PDF format.</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This file should be generated in no more than 4 seconds.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PDF file should not be more than 1 MB.</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PDF file should include all the health metric records and make it easily understandable by the user.</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Before downloading the application should send a pop-up message and request the allowance from the user.</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87299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807231"/>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should allow the users to compete or cooperate on a chosen goal within a specified period with friends. This feature should be accessible via a segment at the bottom of the main page. The system should also send notifications to the users when some progress is achieved.</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button for changing the page should be clearly visible and not be eye-straining for all users. </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transition between the main page and this page should be visible and not be eye-straining for all users. </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transition between pages should be smooth. The user should see the requested navigation within 100 milliseconds.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page should be easy to navigate through and understand. The competitive/cooperative modes should be displayed in the middle of the page and should be easy to navigate, create, and manage the goals.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modes should support up to 12 participants, including the main user who creates the group.</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period for accomplishing a goal should be chosen by all the users who participate, with the maximum length of the goal of 7 days.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goal should be chosen by all the users who participate, and it can be scaled with the time limit. The goal can be selected within health metrics such as steps taken, traveled distance, burned calories, etc.</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16605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416532"/>
          </a:xfrm>
        </p:spPr>
        <p:txBody>
          <a:bodyPr>
            <a:normAutofit/>
          </a:bodyPr>
          <a:lstStyle/>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page must handle multiple users simultaneously without delays. Therefore, the system must be capable of handling high user traffic.</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progress should use visuals such as charts, lists, and bars, and must be clearly readable and understandable by all kinds of users.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modes should allow the users to view real-time progress without delays. The latency can be acceptable for up to 10 seconds to update the progress.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notification for encouragement should be sent either when a milestone is achieved, or the goal itself is accomplished by the users.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notification for warning should be sent either if the due date is less than one-fourth of the specified time limit or if there is no progression by the users more than one-fourth of the specified time limit.</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The notification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startAt="8"/>
            </a:pPr>
            <a:r>
              <a:rPr lang="en-US" sz="1200" kern="100" dirty="0">
                <a:solidFill>
                  <a:srgbClr val="0D0D0D"/>
                </a:solidFill>
                <a:effectLst/>
                <a:ea typeface="Aptos" panose="020B0004020202020204" pitchFamily="34" charset="0"/>
                <a:cs typeface="Times New Roman" panose="02020603050405020304" pitchFamily="18" charset="0"/>
              </a:rPr>
              <a:t>Notifications should be sent error-free to the network or server.</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4289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757355"/>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user can see the comparison between the same day among weeks and the comparison between the days of the week within.</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visuals should use charts, lists, and bars, and must be clearly readable and understandable by all kinds of users.</a:t>
            </a:r>
            <a:endParaRPr lang="tr-TR" sz="1200" kern="100" dirty="0">
              <a:effectLst/>
              <a:ea typeface="Aptos" panose="020B0004020202020204" pitchFamily="34" charset="0"/>
              <a:cs typeface="Times New Roman" panose="02020603050405020304" pitchFamily="18" charset="0"/>
            </a:endParaRPr>
          </a:p>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should allow the user to insert permanent information such as gender, blood type, disorders that need caution, etc. in the registration screen. If the user does not insert any of this data, later it should be accessible by a screen in the options screen.</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must be designed to handle large amounts of user data without performance issues.</a:t>
            </a:r>
            <a:endParaRPr lang="tr-TR" sz="1200" kern="100" dirty="0">
              <a:effectLst/>
              <a:ea typeface="Aptos" panose="020B0004020202020204" pitchFamily="34" charset="0"/>
              <a:cs typeface="Times New Roman" panose="02020603050405020304" pitchFamily="18" charset="0"/>
            </a:endParaRPr>
          </a:p>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interface should be easily understandable by the user and support multiple languages. The application should allow the user to insert daily-basis information such as daily water consumption in glasses, stress level, meditation duration, etc. The application should not force the user to insert this information.</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must be designed to handle large amounts of user data without performance issues.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01763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&amp; 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757355"/>
          </a:xfrm>
        </p:spPr>
        <p:txBody>
          <a:bodyPr>
            <a:normAutofit/>
          </a:bodyPr>
          <a:lstStyle/>
          <a:p>
            <a:pPr lvl="0">
              <a:lnSpc>
                <a:spcPct val="107000"/>
              </a:lnSpc>
              <a:spcAft>
                <a:spcPts val="800"/>
              </a:spcAft>
              <a:buFont typeface="Arial" panose="020B0604020202020204" pitchFamily="34" charset="0"/>
              <a:buChar char="•"/>
            </a:pPr>
            <a:r>
              <a:rPr lang="en-US" sz="1200" kern="100" dirty="0">
                <a:solidFill>
                  <a:srgbClr val="0D0D0D"/>
                </a:solidFill>
                <a:effectLst/>
                <a:ea typeface="Aptos" panose="020B0004020202020204" pitchFamily="34" charset="0"/>
                <a:cs typeface="Times New Roman" panose="02020603050405020304" pitchFamily="18" charset="0"/>
              </a:rPr>
              <a:t>The application should allow the women users to insert their menstruation day and remind the user within the application and with notifications when their estimated period is coming closer.</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must be designed to handle large amounts of user data without performance issues.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interface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should be easily understandable by the user and support multiple languages.</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r>
              <a:rPr lang="en-US" sz="1200" kern="100" dirty="0">
                <a:solidFill>
                  <a:srgbClr val="0D0D0D"/>
                </a:solidFill>
                <a:effectLst/>
                <a:ea typeface="Aptos" panose="020B0004020202020204" pitchFamily="34" charset="0"/>
                <a:cs typeface="Times New Roman" panose="02020603050405020304" pitchFamily="18" charset="0"/>
              </a:rPr>
              <a:t>The notification must be sent within 4-5 days before the estimated date.</a:t>
            </a:r>
            <a:endParaRPr lang="tr-TR" sz="1200" kern="100" dirty="0">
              <a:effectLst/>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lphaLcPeriod"/>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16430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4438998"/>
          </a:xfrm>
        </p:spPr>
        <p:txBody>
          <a:bodyPr>
            <a:normAutofit/>
          </a:bodyPr>
          <a:lstStyle/>
          <a:p>
            <a:pPr marL="342900" lvl="0" indent="-342900">
              <a:lnSpc>
                <a:spcPct val="107000"/>
              </a:lnSpc>
              <a:buFont typeface="+mj-lt"/>
              <a:buAutoNum type="arabicPeriod"/>
            </a:pPr>
            <a:r>
              <a:rPr lang="en-US" sz="1200" u="sng" kern="100" dirty="0">
                <a:solidFill>
                  <a:srgbClr val="0D0D0D"/>
                </a:solidFill>
                <a:effectLst/>
                <a:ea typeface="Aptos" panose="020B0004020202020204" pitchFamily="34" charset="0"/>
                <a:cs typeface="Times New Roman" panose="02020603050405020304" pitchFamily="18" charset="0"/>
              </a:rPr>
              <a:t>Reminders: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Notifications are sent to remind the user to meet their goals for the day. The user will receive notifications about: </a:t>
            </a:r>
            <a:endParaRPr lang="tr-TR" sz="1200" kern="100" dirty="0">
              <a:effectLst/>
              <a:ea typeface="Aptos" panose="020B0004020202020204" pitchFamily="34" charset="0"/>
              <a:cs typeface="Times New Roman" panose="02020603050405020304" pitchFamily="18" charset="0"/>
            </a:endParaRPr>
          </a:p>
          <a:p>
            <a:pPr marL="687705"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Step Goals </a:t>
            </a:r>
            <a:endParaRPr lang="tr-TR" sz="1200" kern="100" dirty="0">
              <a:effectLst/>
              <a:ea typeface="Aptos" panose="020B0004020202020204" pitchFamily="34" charset="0"/>
              <a:cs typeface="Times New Roman" panose="02020603050405020304" pitchFamily="18" charset="0"/>
            </a:endParaRPr>
          </a:p>
          <a:p>
            <a:pPr marL="687705"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Workout Goals </a:t>
            </a:r>
            <a:endParaRPr lang="tr-TR" sz="1200" kern="100" dirty="0">
              <a:effectLst/>
              <a:ea typeface="Aptos" panose="020B0004020202020204" pitchFamily="34" charset="0"/>
              <a:cs typeface="Times New Roman" panose="02020603050405020304" pitchFamily="18" charset="0"/>
            </a:endParaRPr>
          </a:p>
          <a:p>
            <a:pPr marL="687705"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Water in take </a:t>
            </a:r>
            <a:r>
              <a:rPr lang="en-US" sz="1200" kern="100" dirty="0">
                <a:solidFill>
                  <a:srgbClr val="0D0D0D"/>
                </a:solidFill>
                <a:ea typeface="Aptos" panose="020B0004020202020204" pitchFamily="34" charset="0"/>
                <a:cs typeface="Times New Roman" panose="02020603050405020304" pitchFamily="18" charset="0"/>
              </a:rPr>
              <a:t>G</a:t>
            </a:r>
            <a:r>
              <a:rPr lang="en-US" sz="1200" kern="100" dirty="0">
                <a:solidFill>
                  <a:srgbClr val="0D0D0D"/>
                </a:solidFill>
                <a:effectLst/>
                <a:ea typeface="Aptos" panose="020B0004020202020204" pitchFamily="34" charset="0"/>
                <a:cs typeface="Times New Roman" panose="02020603050405020304" pitchFamily="18" charset="0"/>
              </a:rPr>
              <a:t>oal </a:t>
            </a:r>
            <a:endParaRPr lang="tr-TR" sz="1200" kern="100" dirty="0">
              <a:effectLst/>
              <a:ea typeface="Aptos" panose="020B0004020202020204" pitchFamily="34" charset="0"/>
              <a:cs typeface="Times New Roman" panose="02020603050405020304" pitchFamily="18" charset="0"/>
            </a:endParaRPr>
          </a:p>
          <a:p>
            <a:pPr marL="687705"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 Meditation Time</a:t>
            </a:r>
            <a:endParaRPr lang="tr-TR" sz="1200" kern="100" dirty="0">
              <a:solidFill>
                <a:srgbClr val="0D0D0D"/>
              </a:solidFill>
              <a:ea typeface="Aptos" panose="020B0004020202020204" pitchFamily="34" charset="0"/>
              <a:cs typeface="Times New Roman" panose="02020603050405020304" pitchFamily="18" charset="0"/>
            </a:endParaRPr>
          </a:p>
          <a:p>
            <a:pPr marL="303657"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The default notifications are: </a:t>
            </a:r>
            <a:endParaRPr lang="tr-TR" sz="1200" kern="100" dirty="0">
              <a:effectLst/>
              <a:ea typeface="Aptos" panose="020B0004020202020204" pitchFamily="34" charset="0"/>
              <a:cs typeface="Times New Roman" panose="02020603050405020304" pitchFamily="18" charset="0"/>
            </a:endParaRPr>
          </a:p>
          <a:p>
            <a:pPr marL="687705">
              <a:lnSpc>
                <a:spcPct val="107000"/>
              </a:lnSpc>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‘Only 123 more steps to go!’ (To be replaced by steps left) OR ‘8k steps down, 2k more to go!’ (To be replaced by the user’s goals) </a:t>
            </a:r>
            <a:endParaRPr lang="tr-TR" sz="1200" kern="100" dirty="0">
              <a:effectLst/>
              <a:ea typeface="Aptos" panose="020B0004020202020204" pitchFamily="34" charset="0"/>
              <a:cs typeface="Times New Roman" panose="02020603050405020304" pitchFamily="18" charset="0"/>
            </a:endParaRPr>
          </a:p>
          <a:p>
            <a:pPr marL="687705">
              <a:lnSpc>
                <a:spcPct val="107000"/>
              </a:lnSpc>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‘Ten more workout minutes to go!’ OR ‘You’re almost there! </a:t>
            </a:r>
            <a:r>
              <a:rPr lang="en-US" sz="1200" kern="100" dirty="0">
                <a:solidFill>
                  <a:srgbClr val="0D0D0D"/>
                </a:solidFill>
                <a:effectLst/>
                <a:ea typeface="Aptos" panose="020B0004020202020204" pitchFamily="34" charset="0"/>
                <a:cs typeface="Segoe UI Symbol" panose="020B0502040204020203" pitchFamily="34" charset="0"/>
              </a:rPr>
              <a:t>🏋</a:t>
            </a:r>
            <a:r>
              <a:rPr lang="en-US" sz="1200" kern="100" dirty="0">
                <a:solidFill>
                  <a:srgbClr val="0D0D0D"/>
                </a:solidFill>
                <a:effectLst/>
                <a:ea typeface="Aptos" panose="020B0004020202020204" pitchFamily="34" charset="0"/>
                <a:cs typeface="Times New Roman" panose="02020603050405020304" pitchFamily="18" charset="0"/>
              </a:rPr>
              <a:t> ’ </a:t>
            </a:r>
            <a:endParaRPr lang="tr-TR" sz="1200" kern="100" dirty="0">
              <a:effectLst/>
              <a:ea typeface="Aptos" panose="020B0004020202020204" pitchFamily="34" charset="0"/>
              <a:cs typeface="Times New Roman" panose="02020603050405020304" pitchFamily="18" charset="0"/>
            </a:endParaRPr>
          </a:p>
          <a:p>
            <a:pPr marL="687705">
              <a:lnSpc>
                <a:spcPct val="107000"/>
              </a:lnSpc>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‘You have 8 more glasses to go for the day! </a:t>
            </a:r>
            <a:r>
              <a:rPr lang="en-US" sz="1200" kern="100" dirty="0">
                <a:solidFill>
                  <a:srgbClr val="0D0D0D"/>
                </a:solidFill>
                <a:effectLst/>
                <a:ea typeface="Aptos" panose="020B0004020202020204" pitchFamily="34" charset="0"/>
                <a:cs typeface="Segoe UI Emoji" panose="020B0502040204020203" pitchFamily="34" charset="0"/>
              </a:rPr>
              <a:t>💧</a:t>
            </a:r>
            <a:r>
              <a:rPr lang="en-US" sz="1200" kern="100" dirty="0">
                <a:solidFill>
                  <a:srgbClr val="0D0D0D"/>
                </a:solidFill>
                <a:effectLst/>
                <a:ea typeface="Aptos" panose="020B0004020202020204" pitchFamily="34" charset="0"/>
                <a:cs typeface="Times New Roman" panose="02020603050405020304" pitchFamily="18" charset="0"/>
              </a:rPr>
              <a:t> ’ (To be replaced by glasses left.)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‘You haven’t meditated today!’ OR ‘Five mediation minutes left for the day!’ (To be replaced by minutes left) </a:t>
            </a:r>
            <a:endParaRPr lang="tr-TR" sz="1200" kern="100" dirty="0">
              <a:effectLst/>
              <a:ea typeface="Aptos" panose="020B0004020202020204" pitchFamily="34" charset="0"/>
              <a:cs typeface="Times New Roman" panose="02020603050405020304" pitchFamily="18" charset="0"/>
            </a:endParaRPr>
          </a:p>
          <a:p>
            <a:pPr marL="687705" indent="0">
              <a:lnSpc>
                <a:spcPct val="107000"/>
              </a:lnSpc>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80249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4015049"/>
          </a:xfrm>
        </p:spPr>
        <p:txBody>
          <a:bodyPr>
            <a:normAutofit/>
          </a:bodyPr>
          <a:lstStyle/>
          <a:p>
            <a:pPr marL="303657" indent="0">
              <a:lnSpc>
                <a:spcPct val="107000"/>
              </a:lnSpc>
              <a:buNone/>
            </a:pPr>
            <a:r>
              <a:rPr lang="en-US" sz="1200" dirty="0">
                <a:solidFill>
                  <a:srgbClr val="0D0D0D"/>
                </a:solidFill>
                <a:effectLst/>
                <a:ea typeface="Aptos" panose="020B0004020202020204" pitchFamily="34" charset="0"/>
                <a:cs typeface="Times New Roman" panose="02020603050405020304" pitchFamily="18" charset="0"/>
              </a:rPr>
              <a:t>The user will also get notified about their sleep. If they hit their sleep goals they will be congratulated and if they didn’t a notification will be sent informing them, with a sad face emoji, that they didn’t sleep well last night. Once they click on the notification, an article will be displayed on how they could improve their sleep. </a:t>
            </a:r>
          </a:p>
          <a:p>
            <a:pPr marL="303657"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The default notifications: </a:t>
            </a:r>
            <a:endParaRPr lang="tr-TR" sz="1200" kern="100" dirty="0">
              <a:effectLst/>
              <a:ea typeface="Aptos" panose="020B0004020202020204" pitchFamily="34" charset="0"/>
              <a:cs typeface="Times New Roman" panose="02020603050405020304" pitchFamily="18" charset="0"/>
            </a:endParaRPr>
          </a:p>
          <a:p>
            <a:pPr marL="687705">
              <a:lnSpc>
                <a:spcPct val="107000"/>
              </a:lnSpc>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‘Congratulations, you hit your sleep goal last night!’ </a:t>
            </a:r>
            <a:endParaRPr lang="tr-TR" sz="1200" kern="100" dirty="0">
              <a:effectLst/>
              <a:ea typeface="Aptos" panose="020B0004020202020204" pitchFamily="34" charset="0"/>
              <a:cs typeface="Times New Roman" panose="02020603050405020304" pitchFamily="18" charset="0"/>
            </a:endParaRPr>
          </a:p>
          <a:p>
            <a:pPr marL="687705">
              <a:lnSpc>
                <a:spcPct val="107000"/>
              </a:lnSpc>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‘You didn’t hit your sleep goal last night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‘You didn’t hit your sleep goal last night </a:t>
            </a:r>
            <a:r>
              <a:rPr lang="en-US" sz="1200" kern="100" dirty="0">
                <a:solidFill>
                  <a:srgbClr val="0D0D0D"/>
                </a:solidFill>
                <a:effectLst/>
                <a:ea typeface="Aptos" panose="020B0004020202020204" pitchFamily="34" charset="0"/>
                <a:cs typeface="Segoe UI Emoji" panose="020B0502040204020203" pitchFamily="34" charset="0"/>
              </a:rPr>
              <a:t>🙁</a:t>
            </a:r>
            <a:r>
              <a:rPr lang="en-US" sz="1200" kern="100" dirty="0">
                <a:solidFill>
                  <a:srgbClr val="0D0D0D"/>
                </a:solidFill>
                <a:effectLst/>
                <a:ea typeface="Aptos" panose="020B0004020202020204" pitchFamily="34" charset="0"/>
                <a:cs typeface="Times New Roman" panose="02020603050405020304" pitchFamily="18" charset="0"/>
              </a:rPr>
              <a:t> ’ </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93347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4015049"/>
          </a:xfrm>
        </p:spPr>
        <p:txBody>
          <a:bodyPr>
            <a:normAutofit/>
          </a:bodyPr>
          <a:lstStyle/>
          <a:p>
            <a:pPr marL="303657"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The user can choose if they want emojis or text-based emojis.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buNone/>
            </a:pPr>
            <a:r>
              <a:rPr lang="en-US" sz="1200" kern="100" dirty="0">
                <a:solidFill>
                  <a:srgbClr val="0D0D0D"/>
                </a:solidFill>
                <a:effectLst/>
                <a:ea typeface="Aptos" panose="020B0004020202020204" pitchFamily="34" charset="0"/>
                <a:cs typeface="Times New Roman" panose="02020603050405020304" pitchFamily="18" charset="0"/>
              </a:rPr>
              <a:t>The user will be able to customize the messages they want to receive in their notifications.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Upon extreme fluctuation of a user’s heart rate, they will be sent a notification notifying them and upon clicking on it, they will be presented with methods to increase or decrease their heartbeat. </a:t>
            </a:r>
            <a:endParaRPr lang="tr-TR" sz="1200" kern="100" dirty="0">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dirty="0">
                <a:solidFill>
                  <a:srgbClr val="0D0D0D"/>
                </a:solidFill>
                <a:effectLst/>
                <a:ea typeface="Aptos" panose="020B0004020202020204" pitchFamily="34" charset="0"/>
                <a:cs typeface="Times New Roman" panose="02020603050405020304" pitchFamily="18" charset="0"/>
              </a:rPr>
              <a:t>The user could choose to receive notifications for some goals but no others. </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68542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9"/>
            <a:ext cx="9601200" cy="3886202"/>
          </a:xfrm>
        </p:spPr>
        <p:txBody>
          <a:bodyPr>
            <a:normAutofit/>
          </a:bodyPr>
          <a:lstStyle/>
          <a:p>
            <a:pPr marL="342900" lvl="0" indent="-342900">
              <a:lnSpc>
                <a:spcPct val="107000"/>
              </a:lnSpc>
              <a:spcAft>
                <a:spcPts val="800"/>
              </a:spcAft>
              <a:buFont typeface="+mj-lt"/>
              <a:buAutoNum type="arabicPeriod" startAt="2"/>
            </a:pPr>
            <a:r>
              <a:rPr lang="en-US" sz="1200" u="sng" kern="100" dirty="0">
                <a:solidFill>
                  <a:srgbClr val="0D0D0D"/>
                </a:solidFill>
                <a:effectLst/>
                <a:ea typeface="Aptos" panose="020B0004020202020204" pitchFamily="34" charset="0"/>
                <a:cs typeface="Times New Roman" panose="02020603050405020304" pitchFamily="18" charset="0"/>
              </a:rPr>
              <a:t>Notifications’ Timing:</a:t>
            </a:r>
            <a:r>
              <a:rPr lang="en-US" sz="1200" kern="100" dirty="0">
                <a:solidFill>
                  <a:srgbClr val="0D0D0D"/>
                </a:solidFill>
                <a:effectLst/>
                <a:ea typeface="Aptos" panose="020B0004020202020204" pitchFamily="34" charset="0"/>
                <a:cs typeface="Times New Roman" panose="02020603050405020304" pitchFamily="18" charset="0"/>
              </a:rPr>
              <a:t>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user could choose what time of the day their notifications are sent in. The user could also choose how frequently the notifications are sent- some users may like to be constantly reminded throughout the day while for others one or two reminders are sufficient.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user could also choose to not receive notifications at all. </a:t>
            </a:r>
            <a:endParaRPr lang="tr-TR" sz="12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startAt="3"/>
            </a:pPr>
            <a:r>
              <a:rPr lang="en-US" sz="1200" u="sng" kern="100" dirty="0">
                <a:solidFill>
                  <a:srgbClr val="0D0D0D"/>
                </a:solidFill>
                <a:effectLst/>
                <a:ea typeface="Aptos" panose="020B0004020202020204" pitchFamily="34" charset="0"/>
                <a:cs typeface="Times New Roman" panose="02020603050405020304" pitchFamily="18" charset="0"/>
              </a:rPr>
              <a:t>Content and Interactivity: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notifications should also require user interactivity to prevent oversight. Once a notification is sent, it should display two reply options: ‘I’m on it!’ or ‘Remind Me Later’. If the user has chosen to only receive two notifications throughout the day and they don’t interact with one of them, then a third notification should be sent and so on.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user is free to turn this feature off.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94748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291842"/>
          </a:xfrm>
        </p:spPr>
        <p:txBody>
          <a:bodyPr>
            <a:normAutofit/>
          </a:bodyPr>
          <a:lstStyle/>
          <a:p>
            <a:pPr marL="342900" lvl="0" indent="-342900">
              <a:lnSpc>
                <a:spcPct val="107000"/>
              </a:lnSpc>
              <a:spcAft>
                <a:spcPts val="800"/>
              </a:spcAft>
              <a:buFont typeface="+mj-lt"/>
              <a:buAutoNum type="arabicPeriod" startAt="4"/>
            </a:pPr>
            <a:r>
              <a:rPr lang="en-US" sz="1200" u="sng" kern="100" dirty="0">
                <a:solidFill>
                  <a:srgbClr val="0D0D0D"/>
                </a:solidFill>
                <a:effectLst/>
                <a:ea typeface="Aptos" panose="020B0004020202020204" pitchFamily="34" charset="0"/>
                <a:cs typeface="Times New Roman" panose="02020603050405020304" pitchFamily="18" charset="0"/>
              </a:rPr>
              <a:t>Progress: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Once a user completes a daily goal, they will be congratulated. And, if they complete a goal every day for a week they will be further congratulated at the end of the week. </a:t>
            </a: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default notifications will be: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‘Congratulations, you hit your (insert goal) for the day!’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Congratulations, you hit your (insert goals) every day this week!’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user is free to change the content of these texts.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74699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624352"/>
          </a:xfrm>
        </p:spPr>
        <p:txBody>
          <a:bodyPr>
            <a:normAutofit/>
          </a:bodyPr>
          <a:lstStyle/>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 If the user doesn’t interact with five notifications, then their usual notification schedule will be paused, and they will be sent a notification encouraging them to login. The notification will include motivational quotes.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default notifications will be:</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 ‘Small steps everyday lead to big changes. Start now!’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‘You’ve got this, let’s crush those wellness goals together!’ </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‘Don’t let yesterday define today. Start fresh now!’</a:t>
            </a:r>
            <a:endParaRPr lang="tr-TR" sz="1200" kern="100" dirty="0">
              <a:effectLst/>
              <a:ea typeface="Aptos" panose="020B0004020202020204" pitchFamily="34" charset="0"/>
              <a:cs typeface="Times New Roman" panose="02020603050405020304" pitchFamily="18" charset="0"/>
            </a:endParaRPr>
          </a:p>
          <a:p>
            <a:pPr marL="687705">
              <a:lnSpc>
                <a:spcPct val="107000"/>
              </a:lnSpc>
              <a:spcAft>
                <a:spcPts val="800"/>
              </a:spcAft>
              <a:buFont typeface="Wingdings" pitchFamily="2" charset="2"/>
              <a:buChar char="Ø"/>
            </a:pPr>
            <a:r>
              <a:rPr lang="en-US" sz="1200" kern="100" dirty="0">
                <a:solidFill>
                  <a:srgbClr val="0D0D0D"/>
                </a:solidFill>
                <a:effectLst/>
                <a:ea typeface="Aptos" panose="020B0004020202020204" pitchFamily="34" charset="0"/>
                <a:cs typeface="Times New Roman" panose="02020603050405020304" pitchFamily="18" charset="0"/>
              </a:rPr>
              <a:t> ‘The hardest part is starting. You’ve got this!’ </a:t>
            </a:r>
            <a:endParaRPr lang="tr-TR" sz="1200" kern="100" dirty="0">
              <a:effectLst/>
              <a:ea typeface="Aptos" panose="020B0004020202020204" pitchFamily="34" charset="0"/>
              <a:cs typeface="Times New Roman" panose="02020603050405020304" pitchFamily="18" charset="0"/>
            </a:endParaRPr>
          </a:p>
          <a:p>
            <a:pPr marL="303657"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user is free to customize these.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04583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757355"/>
          </a:xfrm>
        </p:spPr>
        <p:txBody>
          <a:bodyPr>
            <a:normAutofit/>
          </a:bodyPr>
          <a:lstStyle/>
          <a:p>
            <a:pPr marL="0" indent="0">
              <a:lnSpc>
                <a:spcPct val="107000"/>
              </a:lnSpc>
              <a:spcAft>
                <a:spcPts val="800"/>
              </a:spcAft>
              <a:buNone/>
            </a:pPr>
            <a:r>
              <a:rPr lang="en-US" sz="1300" u="sng" kern="100" dirty="0">
                <a:solidFill>
                  <a:srgbClr val="0D0D0D"/>
                </a:solidFill>
                <a:effectLst/>
                <a:ea typeface="Aptos" panose="020B0004020202020204" pitchFamily="34" charset="0"/>
                <a:cs typeface="Times New Roman" panose="02020603050405020304" pitchFamily="18" charset="0"/>
              </a:rPr>
              <a:t>1-Performance: </a:t>
            </a:r>
            <a:endParaRPr lang="tr-TR" sz="1300" u="sng"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300" kern="100" dirty="0">
                <a:solidFill>
                  <a:srgbClr val="0D0D0D"/>
                </a:solidFill>
                <a:effectLst/>
                <a:ea typeface="Aptos" panose="020B0004020202020204" pitchFamily="34" charset="0"/>
                <a:cs typeface="Times New Roman" panose="02020603050405020304" pitchFamily="18" charset="0"/>
              </a:rPr>
              <a:t>The notifications should be delivered on the clock. They will follow the local device’s time zone. </a:t>
            </a:r>
            <a:endParaRPr lang="tr-TR" sz="13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300" kern="100" dirty="0">
                <a:solidFill>
                  <a:srgbClr val="0D0D0D"/>
                </a:solidFill>
                <a:effectLst/>
                <a:ea typeface="Aptos" panose="020B0004020202020204" pitchFamily="34" charset="0"/>
                <a:cs typeface="Times New Roman" panose="02020603050405020304" pitchFamily="18" charset="0"/>
              </a:rPr>
              <a:t>The system must be able to send fifty thousand notifications simultaneously. </a:t>
            </a:r>
            <a:endParaRPr lang="tr-TR" sz="13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300" kern="100" dirty="0">
                <a:solidFill>
                  <a:srgbClr val="0D0D0D"/>
                </a:solidFill>
                <a:effectLst/>
                <a:ea typeface="Aptos" panose="020B0004020202020204" pitchFamily="34" charset="0"/>
                <a:cs typeface="Times New Roman" panose="02020603050405020304" pitchFamily="18" charset="0"/>
              </a:rPr>
              <a:t>Regarding the pool of default notifications’ content, no message will be duplicated until all the available content has been used. </a:t>
            </a:r>
            <a:endParaRPr lang="tr-TR" sz="13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300" u="sng" kern="100" dirty="0">
                <a:solidFill>
                  <a:srgbClr val="0D0D0D"/>
                </a:solidFill>
                <a:effectLst/>
                <a:ea typeface="Aptos" panose="020B0004020202020204" pitchFamily="34" charset="0"/>
                <a:cs typeface="Times New Roman" panose="02020603050405020304" pitchFamily="18" charset="0"/>
              </a:rPr>
              <a:t>2-Reliability: </a:t>
            </a:r>
            <a:endParaRPr lang="tr-TR" sz="13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300" kern="100" dirty="0">
                <a:solidFill>
                  <a:srgbClr val="0D0D0D"/>
                </a:solidFill>
                <a:effectLst/>
                <a:ea typeface="Aptos" panose="020B0004020202020204" pitchFamily="34" charset="0"/>
                <a:cs typeface="Times New Roman" panose="02020603050405020304" pitchFamily="18" charset="0"/>
              </a:rPr>
              <a:t>If a notification is not delivered to the user, the delivery must be re-attempted three times. If it still doesn’t go through, then the app will report a problem to the programmers. </a:t>
            </a:r>
            <a:endParaRPr lang="tr-TR" sz="13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300" kern="100" dirty="0">
                <a:solidFill>
                  <a:srgbClr val="0D0D0D"/>
                </a:solidFill>
                <a:effectLst/>
                <a:ea typeface="Aptos" panose="020B0004020202020204" pitchFamily="34" charset="0"/>
                <a:cs typeface="Times New Roman" panose="02020603050405020304" pitchFamily="18" charset="0"/>
              </a:rPr>
              <a:t>If not successfully delivered, and interacted upon by the user, notification will be duplicated. </a:t>
            </a:r>
            <a:endParaRPr lang="tr-TR" sz="13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29610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757355"/>
          </a:xfrm>
        </p:spPr>
        <p:txBody>
          <a:bodyPr>
            <a:normAutofit/>
          </a:bodyPr>
          <a:lstStyle/>
          <a:p>
            <a:pPr marL="0"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3-Customizability: </a:t>
            </a:r>
            <a:endParaRPr lang="tr-TR" sz="12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text customization of notifications must have an upper limit of 150 characters and a minimum of 50 characters. </a:t>
            </a:r>
            <a:endParaRPr lang="tr-TR" sz="12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4-Security:</a:t>
            </a:r>
            <a:r>
              <a:rPr lang="en-US" sz="1200" kern="100" dirty="0">
                <a:solidFill>
                  <a:srgbClr val="0D0D0D"/>
                </a:solidFill>
                <a:effectLst/>
                <a:ea typeface="Aptos" panose="020B0004020202020204" pitchFamily="34" charset="0"/>
                <a:cs typeface="Times New Roman" panose="02020603050405020304" pitchFamily="18" charset="0"/>
              </a:rPr>
              <a:t> </a:t>
            </a:r>
            <a:endParaRPr lang="tr-TR" sz="12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notification should not reveal sensitive data about the user. Such as their height, weight and other sensitive data submitted. </a:t>
            </a:r>
            <a:endParaRPr lang="tr-TR" sz="12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5-Battery Efficiency: </a:t>
            </a:r>
          </a:p>
          <a:p>
            <a:pPr marL="530352" lvl="1"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Notifications should be optimized to not drain the devices’ batteries.</a:t>
            </a: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07023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D6C51FF-E847-12EB-37E8-E272A8E2E9C5}"/>
              </a:ext>
            </a:extLst>
          </p:cNvPr>
          <p:cNvSpPr>
            <a:spLocks noGrp="1"/>
          </p:cNvSpPr>
          <p:nvPr>
            <p:ph type="title"/>
          </p:nvPr>
        </p:nvSpPr>
        <p:spPr/>
        <p:txBody>
          <a:bodyPr/>
          <a:lstStyle/>
          <a:p>
            <a:r>
              <a:rPr lang="en-US" dirty="0"/>
              <a:t>Non-Functional Requirements</a:t>
            </a:r>
          </a:p>
        </p:txBody>
      </p:sp>
      <p:sp>
        <p:nvSpPr>
          <p:cNvPr id="3" name="İçerik Yer Tutucusu 2">
            <a:extLst>
              <a:ext uri="{FF2B5EF4-FFF2-40B4-BE49-F238E27FC236}">
                <a16:creationId xmlns:a16="http://schemas.microsoft.com/office/drawing/2014/main" id="{026275A7-7E2D-9372-EA2C-8077C1E34A64}"/>
              </a:ext>
            </a:extLst>
          </p:cNvPr>
          <p:cNvSpPr>
            <a:spLocks noGrp="1"/>
          </p:cNvSpPr>
          <p:nvPr>
            <p:ph idx="1"/>
          </p:nvPr>
        </p:nvSpPr>
        <p:spPr>
          <a:xfrm>
            <a:off x="1371600" y="2285998"/>
            <a:ext cx="9601200" cy="3757355"/>
          </a:xfrm>
        </p:spPr>
        <p:txBody>
          <a:bodyPr>
            <a:normAutofit/>
          </a:bodyPr>
          <a:lstStyle/>
          <a:p>
            <a:pPr marL="0"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6-Accessibility: </a:t>
            </a:r>
            <a:endParaRPr lang="tr-TR" sz="12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notifications should be able to support voice over text for blind users and notifications’ text should have enlarging options for the visually impaired. </a:t>
            </a:r>
            <a:endParaRPr lang="tr-TR" sz="12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200" u="sng" kern="100" dirty="0">
                <a:solidFill>
                  <a:srgbClr val="0D0D0D"/>
                </a:solidFill>
                <a:effectLst/>
                <a:ea typeface="Aptos" panose="020B0004020202020204" pitchFamily="34" charset="0"/>
                <a:cs typeface="Times New Roman" panose="02020603050405020304" pitchFamily="18" charset="0"/>
              </a:rPr>
              <a:t>7-Integration: </a:t>
            </a:r>
            <a:endParaRPr lang="tr-TR" sz="1200" kern="100" dirty="0">
              <a:effectLst/>
              <a:ea typeface="Aptos" panose="020B0004020202020204" pitchFamily="34" charset="0"/>
              <a:cs typeface="Times New Roman" panose="02020603050405020304" pitchFamily="18" charset="0"/>
            </a:endParaRPr>
          </a:p>
          <a:p>
            <a:pPr marL="595884" lvl="1" indent="0">
              <a:lnSpc>
                <a:spcPct val="107000"/>
              </a:lnSpc>
              <a:spcAft>
                <a:spcPts val="800"/>
              </a:spcAft>
              <a:buNone/>
            </a:pPr>
            <a:r>
              <a:rPr lang="en-US" sz="1200" kern="100" dirty="0">
                <a:solidFill>
                  <a:srgbClr val="0D0D0D"/>
                </a:solidFill>
                <a:effectLst/>
                <a:ea typeface="Aptos" panose="020B0004020202020204" pitchFamily="34" charset="0"/>
                <a:cs typeface="Times New Roman" panose="02020603050405020304" pitchFamily="18" charset="0"/>
              </a:rPr>
              <a:t>The app shouldn’t bypass the system’s mode. If the device is in Do Not Disturb then the notifications will comply.</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SzPts val="1000"/>
              <a:buNone/>
              <a:tabLst>
                <a:tab pos="457200" algn="l"/>
                <a:tab pos="1127760" algn="l"/>
              </a:tabLst>
            </a:pP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18521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F2CFC8-D8C2-B85F-4F8D-5B34B9746030}"/>
              </a:ext>
            </a:extLst>
          </p:cNvPr>
          <p:cNvSpPr>
            <a:spLocks noGrp="1"/>
          </p:cNvSpPr>
          <p:nvPr>
            <p:ph type="title"/>
          </p:nvPr>
        </p:nvSpPr>
        <p:spPr/>
        <p:txBody>
          <a:bodyPr/>
          <a:lstStyle/>
          <a:p>
            <a:r>
              <a:rPr lang="en-US" dirty="0"/>
              <a:t>Design</a:t>
            </a:r>
          </a:p>
        </p:txBody>
      </p:sp>
      <p:sp>
        <p:nvSpPr>
          <p:cNvPr id="3" name="İçerik Yer Tutucusu 2">
            <a:extLst>
              <a:ext uri="{FF2B5EF4-FFF2-40B4-BE49-F238E27FC236}">
                <a16:creationId xmlns:a16="http://schemas.microsoft.com/office/drawing/2014/main" id="{971978CF-18A1-7A7B-435B-F7AC6FB7FDAD}"/>
              </a:ext>
            </a:extLst>
          </p:cNvPr>
          <p:cNvSpPr>
            <a:spLocks noGrp="1"/>
          </p:cNvSpPr>
          <p:nvPr>
            <p:ph idx="1"/>
          </p:nvPr>
        </p:nvSpPr>
        <p:spPr>
          <a:xfrm>
            <a:off x="1371600" y="2286000"/>
            <a:ext cx="9601200" cy="3886200"/>
          </a:xfrm>
        </p:spPr>
        <p:txBody>
          <a:bodyPr>
            <a:normAutofit/>
          </a:bodyPr>
          <a:lstStyle/>
          <a:p>
            <a:pPr marL="65532" indent="0">
              <a:lnSpc>
                <a:spcPct val="107000"/>
              </a:lnSpc>
              <a:spcAft>
                <a:spcPts val="800"/>
              </a:spcAft>
              <a:buNone/>
            </a:pPr>
            <a:r>
              <a:rPr lang="en-US" sz="1600" kern="100" dirty="0">
                <a:solidFill>
                  <a:srgbClr val="0D0D0D"/>
                </a:solidFill>
                <a:effectLst/>
                <a:ea typeface="Aptos" panose="020B0004020202020204" pitchFamily="34" charset="0"/>
                <a:cs typeface="Times New Roman" panose="02020603050405020304" pitchFamily="18" charset="0"/>
              </a:rPr>
              <a:t>The design of the Wellness App will focus on the following components: </a:t>
            </a:r>
            <a:endParaRPr lang="tr-TR" sz="1600" kern="100" dirty="0">
              <a:effectLst/>
              <a:ea typeface="Aptos" panose="020B0004020202020204" pitchFamily="34" charset="0"/>
              <a:cs typeface="Times New Roman" panose="02020603050405020304" pitchFamily="18" charset="0"/>
            </a:endParaRPr>
          </a:p>
          <a:p>
            <a:pPr marL="449580"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UI/UX Design: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Creating intuitive user interfaces (UI) with visually appealing layouts.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Mapping smooth user experiences (UX) to ensure easy navigation and interaction. </a:t>
            </a:r>
            <a:endParaRPr lang="tr-TR" sz="16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System Design: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Developing a modular architecture for front-end, back-end, and database integration.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Ensuring robust and scalable solutions that handle increasing user loads. </a:t>
            </a:r>
            <a:endParaRPr lang="tr-TR" sz="16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69732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F2CFC8-D8C2-B85F-4F8D-5B34B9746030}"/>
              </a:ext>
            </a:extLst>
          </p:cNvPr>
          <p:cNvSpPr>
            <a:spLocks noGrp="1"/>
          </p:cNvSpPr>
          <p:nvPr>
            <p:ph type="title"/>
          </p:nvPr>
        </p:nvSpPr>
        <p:spPr/>
        <p:txBody>
          <a:bodyPr/>
          <a:lstStyle/>
          <a:p>
            <a:r>
              <a:rPr lang="en-US" dirty="0"/>
              <a:t>Design</a:t>
            </a:r>
          </a:p>
        </p:txBody>
      </p:sp>
      <p:sp>
        <p:nvSpPr>
          <p:cNvPr id="3" name="İçerik Yer Tutucusu 2">
            <a:extLst>
              <a:ext uri="{FF2B5EF4-FFF2-40B4-BE49-F238E27FC236}">
                <a16:creationId xmlns:a16="http://schemas.microsoft.com/office/drawing/2014/main" id="{971978CF-18A1-7A7B-435B-F7AC6FB7FDAD}"/>
              </a:ext>
            </a:extLst>
          </p:cNvPr>
          <p:cNvSpPr>
            <a:spLocks noGrp="1"/>
          </p:cNvSpPr>
          <p:nvPr>
            <p:ph idx="1"/>
          </p:nvPr>
        </p:nvSpPr>
        <p:spPr>
          <a:xfrm>
            <a:off x="1371600" y="2286000"/>
            <a:ext cx="9601200" cy="3886200"/>
          </a:xfrm>
        </p:spPr>
        <p:txBody>
          <a:bodyPr>
            <a:normAutofit/>
          </a:bodyPr>
          <a:lstStyle/>
          <a:p>
            <a:pPr marL="449580"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Functional Design: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Defining core functionalities such as user registration, goal tracking, notifications, and reporting features.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Establishing logical workflows to guide users efficiently through the app</a:t>
            </a:r>
            <a:r>
              <a:rPr lang="en-US" sz="1600" kern="100" dirty="0">
                <a:solidFill>
                  <a:srgbClr val="0D0D0D"/>
                </a:solidFill>
                <a:effectLst/>
                <a:ea typeface="Aptos" panose="020B0004020202020204" pitchFamily="34" charset="0"/>
                <a:cs typeface="Aptos" panose="020B0004020202020204"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s capabilities. </a:t>
            </a:r>
            <a:endParaRPr lang="tr-TR" sz="1600" kern="100" dirty="0">
              <a:effectLst/>
              <a:ea typeface="Aptos" panose="020B0004020202020204" pitchFamily="34" charset="0"/>
              <a:cs typeface="Times New Roman" panose="02020603050405020304" pitchFamily="18" charset="0"/>
            </a:endParaRPr>
          </a:p>
          <a:p>
            <a:pPr marL="51511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Prototyping and Testing: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Using tools like Figma or Adobe XD for wireframing and interactive prototypes. </a:t>
            </a:r>
            <a:endParaRPr lang="tr-TR" sz="1600" kern="100" dirty="0">
              <a:effectLst/>
              <a:ea typeface="Aptos" panose="020B0004020202020204" pitchFamily="34" charset="0"/>
              <a:cs typeface="Times New Roman" panose="02020603050405020304" pitchFamily="18" charset="0"/>
            </a:endParaRPr>
          </a:p>
          <a:p>
            <a:pPr marL="964692" indent="0">
              <a:lnSpc>
                <a:spcPct val="107000"/>
              </a:lnSpc>
              <a:spcAft>
                <a:spcPts val="800"/>
              </a:spcAft>
              <a:buNone/>
            </a:pPr>
            <a:r>
              <a:rPr lang="en-US" sz="1600" kern="100" dirty="0">
                <a:solidFill>
                  <a:srgbClr val="0D0D0D"/>
                </a:solidFill>
                <a:effectLst/>
                <a:ea typeface="Aptos" panose="020B0004020202020204" pitchFamily="34" charset="0"/>
                <a:cs typeface="Segoe UI Symbol" panose="020B0502040204020203" pitchFamily="34" charset="0"/>
              </a:rPr>
              <a:t>➢</a:t>
            </a:r>
            <a:r>
              <a:rPr lang="en-US" sz="1600" kern="100" dirty="0">
                <a:solidFill>
                  <a:srgbClr val="0D0D0D"/>
                </a:solidFill>
                <a:effectLst/>
                <a:ea typeface="Aptos" panose="020B0004020202020204" pitchFamily="34" charset="0"/>
                <a:cs typeface="Times New Roman" panose="02020603050405020304" pitchFamily="18" charset="0"/>
              </a:rPr>
              <a:t> Conducting usability testing to refine the design based on user feedback. </a:t>
            </a:r>
            <a:endParaRPr lang="tr-TR" sz="16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28045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141762872"/>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Login</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The user opens the application.</a:t>
                      </a:r>
                    </a:p>
                    <a:p>
                      <a:pPr marL="342900" indent="-342900">
                        <a:buFont typeface="+mj-lt"/>
                        <a:buAutoNum type="arabicPeriod"/>
                      </a:pPr>
                      <a:r>
                        <a:rPr lang="en-US" sz="1200" dirty="0"/>
                        <a:t>The system displays the login screen.</a:t>
                      </a:r>
                    </a:p>
                    <a:p>
                      <a:pPr marL="342900" indent="-342900">
                        <a:buFont typeface="+mj-lt"/>
                        <a:buAutoNum type="arabicPeriod"/>
                      </a:pPr>
                      <a:r>
                        <a:rPr lang="en-US" sz="1200" dirty="0"/>
                        <a:t>The user enters their credentials in given fields and taps the “Login” button.</a:t>
                      </a:r>
                    </a:p>
                    <a:p>
                      <a:pPr marL="342900" indent="-342900">
                        <a:buFont typeface="+mj-lt"/>
                        <a:buAutoNum type="arabicPeriod"/>
                      </a:pPr>
                      <a:r>
                        <a:rPr lang="en-US" sz="1200" dirty="0"/>
                        <a:t>The system checks the database.</a:t>
                      </a:r>
                    </a:p>
                    <a:p>
                      <a:pPr marL="342900" indent="-342900">
                        <a:buFont typeface="+mj-lt"/>
                        <a:buAutoNum type="arabicPeriod"/>
                      </a:pPr>
                      <a:r>
                        <a:rPr lang="en-US" sz="1200" dirty="0"/>
                        <a:t>If given information is matched, system authenticates the user then loads the user’s personalized main screen.</a:t>
                      </a:r>
                    </a:p>
                    <a:p>
                      <a:pPr marL="342900" indent="-342900">
                        <a:buFont typeface="+mj-lt"/>
                        <a:buAutoNum type="arabicPeriod"/>
                      </a:pPr>
                      <a:r>
                        <a:rPr lang="en-US" sz="1200" dirty="0"/>
                        <a:t>If given information is not matched, system displays an error message.</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user is successfully authenticated and directed to main screen.</a:t>
                      </a:r>
                    </a:p>
                    <a:p>
                      <a:pPr marL="285750" indent="-285750">
                        <a:buFont typeface="Arial" panose="020B0604020202020204" pitchFamily="34" charset="0"/>
                        <a:buChar char="•"/>
                      </a:pPr>
                      <a:r>
                        <a:rPr lang="en-US" sz="1600" dirty="0"/>
                        <a:t>If authentication failed, system remains on the login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519386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3100033755"/>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Register</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The user opens the application.</a:t>
                      </a:r>
                    </a:p>
                    <a:p>
                      <a:pPr marL="342900" indent="-342900">
                        <a:buFont typeface="+mj-lt"/>
                        <a:buAutoNum type="arabicPeriod"/>
                      </a:pPr>
                      <a:r>
                        <a:rPr lang="en-US" sz="1200" dirty="0"/>
                        <a:t>The system displays the login screen.</a:t>
                      </a:r>
                    </a:p>
                    <a:p>
                      <a:pPr marL="342900" indent="-342900">
                        <a:buFont typeface="+mj-lt"/>
                        <a:buAutoNum type="arabicPeriod"/>
                      </a:pPr>
                      <a:r>
                        <a:rPr lang="en-US" sz="1200" dirty="0"/>
                        <a:t>The user taps the “Register” button.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t>The system directs user to the register screen.</a:t>
                      </a:r>
                    </a:p>
                    <a:p>
                      <a:pPr marL="342900" indent="-342900">
                        <a:buFont typeface="+mj-lt"/>
                        <a:buAutoNum type="arabicPeriod"/>
                      </a:pPr>
                      <a:r>
                        <a:rPr lang="en-US" sz="1200" dirty="0"/>
                        <a:t>The user enters their credentials in given fields and taps the “Register” button.</a:t>
                      </a:r>
                    </a:p>
                    <a:p>
                      <a:pPr marL="342900" indent="-342900">
                        <a:buFont typeface="+mj-lt"/>
                        <a:buAutoNum type="arabicPeriod"/>
                      </a:pPr>
                      <a:r>
                        <a:rPr lang="en-US" sz="1200" dirty="0"/>
                        <a:t>The system checks the credentials and if it is validated, creates a user in database and then directs user to the login screen.</a:t>
                      </a:r>
                    </a:p>
                    <a:p>
                      <a:pPr marL="342900" indent="-342900">
                        <a:buFont typeface="+mj-lt"/>
                        <a:buAutoNum type="arabicPeriod"/>
                      </a:pPr>
                      <a:r>
                        <a:rPr lang="en-US" sz="1200" dirty="0"/>
                        <a:t>If the provided credentials is not validated system sends an error message to user.</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indent="-285750">
                        <a:buFont typeface="Arial" panose="020B0604020202020204" pitchFamily="34" charset="0"/>
                        <a:buChar char="•"/>
                      </a:pPr>
                      <a:r>
                        <a:rPr lang="en-US" sz="1600" dirty="0"/>
                        <a:t>The user has not created an account before.</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user is successfully created and directed to login screen.</a:t>
                      </a:r>
                    </a:p>
                    <a:p>
                      <a:pPr marL="285750" indent="-285750">
                        <a:buFont typeface="Arial" panose="020B0604020202020204" pitchFamily="34" charset="0"/>
                        <a:buChar char="•"/>
                      </a:pPr>
                      <a:r>
                        <a:rPr lang="en-US" sz="1600" dirty="0"/>
                        <a:t>If check is failed, system remains on the register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964811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493072384"/>
              </p:ext>
            </p:extLst>
          </p:nvPr>
        </p:nvGraphicFramePr>
        <p:xfrm>
          <a:off x="1371600" y="1623702"/>
          <a:ext cx="9601200" cy="4607765"/>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77068">
                <a:tc>
                  <a:txBody>
                    <a:bodyPr/>
                    <a:lstStyle/>
                    <a:p>
                      <a:r>
                        <a:rPr lang="en-US" sz="1600" dirty="0"/>
                        <a:t>Name:</a:t>
                      </a:r>
                    </a:p>
                  </a:txBody>
                  <a:tcPr/>
                </a:tc>
                <a:tc>
                  <a:txBody>
                    <a:bodyPr/>
                    <a:lstStyle/>
                    <a:p>
                      <a:r>
                        <a:rPr lang="en-US" sz="1600" dirty="0"/>
                        <a:t>Reset Password</a:t>
                      </a:r>
                    </a:p>
                  </a:txBody>
                  <a:tcPr/>
                </a:tc>
                <a:extLst>
                  <a:ext uri="{0D108BD9-81ED-4DB2-BD59-A6C34878D82A}">
                    <a16:rowId xmlns:a16="http://schemas.microsoft.com/office/drawing/2014/main" val="1009866312"/>
                  </a:ext>
                </a:extLst>
              </a:tr>
              <a:tr h="449906">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202604">
                <a:tc>
                  <a:txBody>
                    <a:bodyPr/>
                    <a:lstStyle/>
                    <a:p>
                      <a:r>
                        <a:rPr lang="en-US" sz="1600" dirty="0"/>
                        <a:t>Flow of Events:</a:t>
                      </a:r>
                    </a:p>
                  </a:txBody>
                  <a:tcPr/>
                </a:tc>
                <a:tc>
                  <a:txBody>
                    <a:bodyPr/>
                    <a:lstStyle/>
                    <a:p>
                      <a:pPr marL="342900" indent="-342900">
                        <a:buFont typeface="+mj-lt"/>
                        <a:buAutoNum type="arabicPeriod"/>
                      </a:pPr>
                      <a:r>
                        <a:rPr lang="en-US" sz="1200" dirty="0"/>
                        <a:t>The user opens the application.</a:t>
                      </a:r>
                    </a:p>
                    <a:p>
                      <a:pPr marL="342900" indent="-342900">
                        <a:buFont typeface="+mj-lt"/>
                        <a:buAutoNum type="arabicPeriod"/>
                      </a:pPr>
                      <a:r>
                        <a:rPr lang="en-US" sz="1200" dirty="0"/>
                        <a:t>The system displays the login screen.</a:t>
                      </a:r>
                    </a:p>
                    <a:p>
                      <a:pPr marL="342900" indent="-342900">
                        <a:buFont typeface="+mj-lt"/>
                        <a:buAutoNum type="arabicPeriod"/>
                      </a:pPr>
                      <a:r>
                        <a:rPr lang="en-US" sz="1200" dirty="0"/>
                        <a:t>The user taps the “Forgot Your Password?” button.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t>The system directs user to the password reset screen.</a:t>
                      </a:r>
                    </a:p>
                    <a:p>
                      <a:pPr marL="342900" indent="-342900">
                        <a:buFont typeface="+mj-lt"/>
                        <a:buAutoNum type="arabicPeriod"/>
                      </a:pPr>
                      <a:r>
                        <a:rPr lang="en-US" sz="1200" dirty="0"/>
                        <a:t>The user enters their credentials in given fields and taps the “Reset” button.</a:t>
                      </a:r>
                    </a:p>
                    <a:p>
                      <a:pPr marL="342900" indent="-342900">
                        <a:buFont typeface="+mj-lt"/>
                        <a:buAutoNum type="arabicPeriod"/>
                      </a:pPr>
                      <a:r>
                        <a:rPr lang="en-US" sz="1200" dirty="0"/>
                        <a:t>The system checks the credentials and if it is validated, sends a verification code to the given credential and opens a pop-up screen to enter verification code.</a:t>
                      </a:r>
                    </a:p>
                    <a:p>
                      <a:pPr marL="342900" indent="-342900">
                        <a:buFont typeface="+mj-lt"/>
                        <a:buAutoNum type="arabicPeriod"/>
                      </a:pPr>
                      <a:r>
                        <a:rPr lang="en-US" sz="1200" dirty="0"/>
                        <a:t>The user enters the provided verification code.</a:t>
                      </a:r>
                    </a:p>
                    <a:p>
                      <a:pPr marL="342900" indent="-342900">
                        <a:buFont typeface="+mj-lt"/>
                        <a:buAutoNum type="arabicPeriod"/>
                      </a:pPr>
                      <a:r>
                        <a:rPr lang="en-US" sz="1200" dirty="0"/>
                        <a:t>System checks the code if it is verified it closes the pop-up verification screen and it directs a screen where user can set new password.</a:t>
                      </a:r>
                    </a:p>
                    <a:p>
                      <a:pPr marL="342900" indent="-342900">
                        <a:buFont typeface="+mj-lt"/>
                        <a:buAutoNum type="arabicPeriod"/>
                      </a:pPr>
                      <a:r>
                        <a:rPr lang="en-US" sz="1200" dirty="0"/>
                        <a:t>If verification code or given credential to reset password is not verified, the system sends an error.</a:t>
                      </a:r>
                    </a:p>
                  </a:txBody>
                  <a:tcPr/>
                </a:tc>
                <a:extLst>
                  <a:ext uri="{0D108BD9-81ED-4DB2-BD59-A6C34878D82A}">
                    <a16:rowId xmlns:a16="http://schemas.microsoft.com/office/drawing/2014/main" val="423871717"/>
                  </a:ext>
                </a:extLst>
              </a:tr>
              <a:tr h="684342">
                <a:tc>
                  <a:txBody>
                    <a:bodyPr/>
                    <a:lstStyle/>
                    <a:p>
                      <a:r>
                        <a:rPr lang="en-US" sz="1600" dirty="0"/>
                        <a:t>Entry Condition:</a:t>
                      </a:r>
                    </a:p>
                  </a:txBody>
                  <a:tcPr/>
                </a:tc>
                <a:tc>
                  <a:txBody>
                    <a:bodyPr/>
                    <a:lstStyle/>
                    <a:p>
                      <a:pPr marL="285750" indent="-285750">
                        <a:buFont typeface="Arial" panose="020B0604020202020204" pitchFamily="34" charset="0"/>
                        <a:buChar char="•"/>
                      </a:pPr>
                      <a:r>
                        <a:rPr lang="en-US" sz="1600" dirty="0"/>
                        <a:t>The user has already created an account before.</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93845">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password is successfully changed and the user is directed to login screen.</a:t>
                      </a:r>
                    </a:p>
                    <a:p>
                      <a:pPr marL="285750" indent="-285750">
                        <a:buFont typeface="Arial" panose="020B0604020202020204" pitchFamily="34" charset="0"/>
                        <a:buChar char="•"/>
                      </a:pPr>
                      <a:r>
                        <a:rPr lang="en-US" sz="1600" dirty="0"/>
                        <a:t>If the check is failed, system remains on the password reset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1318710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4221908481"/>
              </p:ext>
            </p:extLst>
          </p:nvPr>
        </p:nvGraphicFramePr>
        <p:xfrm>
          <a:off x="1371600" y="1623701"/>
          <a:ext cx="9601200" cy="4548499"/>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496">
                <a:tc>
                  <a:txBody>
                    <a:bodyPr/>
                    <a:lstStyle/>
                    <a:p>
                      <a:r>
                        <a:rPr lang="en-US" sz="1600" dirty="0"/>
                        <a:t>Name:</a:t>
                      </a:r>
                    </a:p>
                  </a:txBody>
                  <a:tcPr/>
                </a:tc>
                <a:tc>
                  <a:txBody>
                    <a:bodyPr/>
                    <a:lstStyle/>
                    <a:p>
                      <a:r>
                        <a:rPr lang="en-US" sz="1600" dirty="0"/>
                        <a:t>Change [Information in My Account]</a:t>
                      </a:r>
                    </a:p>
                  </a:txBody>
                  <a:tcPr/>
                </a:tc>
                <a:extLst>
                  <a:ext uri="{0D108BD9-81ED-4DB2-BD59-A6C34878D82A}">
                    <a16:rowId xmlns:a16="http://schemas.microsoft.com/office/drawing/2014/main" val="1009866312"/>
                  </a:ext>
                </a:extLst>
              </a:tr>
              <a:tr h="429968">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9325">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the profile icon in the bottom bar of main screen.</a:t>
                      </a:r>
                    </a:p>
                    <a:p>
                      <a:pPr marL="342900" indent="-342900">
                        <a:buFont typeface="+mj-lt"/>
                        <a:buAutoNum type="arabicPeriod"/>
                      </a:pPr>
                      <a:r>
                        <a:rPr lang="en-US" sz="1200" dirty="0"/>
                        <a:t>The system directs the user to their account screen.</a:t>
                      </a:r>
                    </a:p>
                    <a:p>
                      <a:pPr marL="342900" indent="-342900">
                        <a:buFont typeface="+mj-lt"/>
                        <a:buAutoNum type="arabicPeriod"/>
                      </a:pPr>
                      <a:r>
                        <a:rPr lang="en-US" sz="1200" dirty="0"/>
                        <a:t>The user taps a “Change” button next to the information they wish to change (name, email, phone number, age, gender, height, weight, blood type, disabilities).</a:t>
                      </a:r>
                    </a:p>
                    <a:p>
                      <a:pPr marL="342900" indent="-342900">
                        <a:buFont typeface="+mj-lt"/>
                        <a:buAutoNum type="arabicPeriod"/>
                      </a:pPr>
                      <a:r>
                        <a:rPr lang="en-US" sz="1200" dirty="0"/>
                        <a:t>The system opens a pop-up screen to allow the user to enter new information.</a:t>
                      </a:r>
                    </a:p>
                    <a:p>
                      <a:pPr marL="342900" indent="-342900">
                        <a:buFont typeface="+mj-lt"/>
                        <a:buAutoNum type="arabicPeriod"/>
                      </a:pPr>
                      <a:r>
                        <a:rPr lang="en-US" sz="1200" dirty="0"/>
                        <a:t>The user enters to the given field (for name, email, phone number, height, weight, disabilities) or selects from a list (for age, gender, blood type) the new data and confirms the change. </a:t>
                      </a:r>
                    </a:p>
                    <a:p>
                      <a:pPr marL="342900" indent="-342900">
                        <a:buFont typeface="+mj-lt"/>
                        <a:buAutoNum type="arabicPeriod"/>
                      </a:pPr>
                      <a:r>
                        <a:rPr lang="en-US" sz="1200" dirty="0"/>
                        <a:t>The system checks the new value, if it is accepted updates the entry on the user’s row in database and closes the pop-up screen to returns the account screen.</a:t>
                      </a:r>
                    </a:p>
                    <a:p>
                      <a:pPr marL="342900" indent="-342900">
                        <a:buFont typeface="+mj-lt"/>
                        <a:buAutoNum type="arabicPeriod"/>
                      </a:pPr>
                      <a:r>
                        <a:rPr lang="en-US" sz="1200" dirty="0"/>
                        <a:t>If the provided value is not accepted the system sends an error message.</a:t>
                      </a:r>
                    </a:p>
                  </a:txBody>
                  <a:tcPr/>
                </a:tc>
                <a:extLst>
                  <a:ext uri="{0D108BD9-81ED-4DB2-BD59-A6C34878D82A}">
                    <a16:rowId xmlns:a16="http://schemas.microsoft.com/office/drawing/2014/main" val="423871717"/>
                  </a:ext>
                </a:extLst>
              </a:tr>
              <a:tr h="654016">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823694">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information is successfully changed and the user is directed to account screen.</a:t>
                      </a:r>
                    </a:p>
                    <a:p>
                      <a:pPr marL="285750" indent="-285750">
                        <a:buFont typeface="Arial" panose="020B0604020202020204" pitchFamily="34" charset="0"/>
                        <a:buChar char="•"/>
                      </a:pPr>
                      <a:r>
                        <a:rPr lang="en-US" sz="1600" dirty="0"/>
                        <a:t>If the verification is failed, system remains on the same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9974496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2722713944"/>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Change [Unprovided Information in My Account]</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the profile icon in the bottom bar of main screen.</a:t>
                      </a:r>
                    </a:p>
                    <a:p>
                      <a:pPr marL="342900" indent="-342900">
                        <a:buFont typeface="+mj-lt"/>
                        <a:buAutoNum type="arabicPeriod"/>
                      </a:pPr>
                      <a:r>
                        <a:rPr lang="en-US" sz="1200" dirty="0"/>
                        <a:t>The system directs the user to their account screen.</a:t>
                      </a:r>
                    </a:p>
                    <a:p>
                      <a:pPr marL="342900" indent="-342900">
                        <a:buFont typeface="+mj-lt"/>
                        <a:buAutoNum type="arabicPeriod"/>
                      </a:pPr>
                      <a:r>
                        <a:rPr lang="en-US" sz="1200" dirty="0"/>
                        <a:t>The user taps a “Change” button next to the information which is not added in account creation (blood type or disabilities).</a:t>
                      </a:r>
                    </a:p>
                    <a:p>
                      <a:pPr marL="342900" indent="-342900">
                        <a:buFont typeface="+mj-lt"/>
                        <a:buAutoNum type="arabicPeriod"/>
                      </a:pPr>
                      <a:r>
                        <a:rPr lang="en-US" sz="1200" dirty="0"/>
                        <a:t>The system opens a pop-up screen to allow the user to enter new information.</a:t>
                      </a:r>
                    </a:p>
                    <a:p>
                      <a:pPr marL="342900" indent="-342900">
                        <a:buFont typeface="+mj-lt"/>
                        <a:buAutoNum type="arabicPeriod"/>
                      </a:pPr>
                      <a:r>
                        <a:rPr lang="en-US" sz="1200" dirty="0"/>
                        <a:t>The user selects from a list (for blood type) or enters to the field (for disabilities) the new data and confirms the change. </a:t>
                      </a:r>
                    </a:p>
                    <a:p>
                      <a:pPr marL="342900" indent="-342900">
                        <a:buFont typeface="+mj-lt"/>
                        <a:buAutoNum type="arabicPeriod"/>
                      </a:pPr>
                      <a:r>
                        <a:rPr lang="en-US" sz="1200" dirty="0"/>
                        <a:t>The system updates the entry on the user’s row in database and closes the pop-up screen to returns the account screen.</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information is successfully added and the user is directed to account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2911120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2802590555"/>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Logout</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the profile icon in the bottom bar of main screen.</a:t>
                      </a:r>
                    </a:p>
                    <a:p>
                      <a:pPr marL="342900" indent="-342900">
                        <a:buFont typeface="+mj-lt"/>
                        <a:buAutoNum type="arabicPeriod"/>
                      </a:pPr>
                      <a:r>
                        <a:rPr lang="en-US" sz="1200" dirty="0"/>
                        <a:t>The system directs the user to their account screen.</a:t>
                      </a:r>
                    </a:p>
                    <a:p>
                      <a:pPr marL="342900" indent="-342900">
                        <a:buFont typeface="+mj-lt"/>
                        <a:buAutoNum type="arabicPeriod"/>
                      </a:pPr>
                      <a:r>
                        <a:rPr lang="en-US" sz="1200" dirty="0"/>
                        <a:t>The user taps the “Logout” button which is located in the bottom of the profile screen.</a:t>
                      </a:r>
                    </a:p>
                    <a:p>
                      <a:pPr marL="342900" indent="-342900">
                        <a:buFont typeface="+mj-lt"/>
                        <a:buAutoNum type="arabicPeriod"/>
                      </a:pPr>
                      <a:r>
                        <a:rPr lang="en-US" sz="1200" dirty="0"/>
                        <a:t>The system displays a confirmation pop-up to the user.</a:t>
                      </a:r>
                    </a:p>
                    <a:p>
                      <a:pPr marL="342900" indent="-342900">
                        <a:buFont typeface="+mj-lt"/>
                        <a:buAutoNum type="arabicPeriod"/>
                      </a:pPr>
                      <a:r>
                        <a:rPr lang="en-US" sz="1200" dirty="0"/>
                        <a:t>If the user confirms the exit, system closes the pop-up and logs out the user’s account and directs the user to the login screen.</a:t>
                      </a:r>
                    </a:p>
                    <a:p>
                      <a:pPr marL="342900" indent="-342900">
                        <a:buFont typeface="+mj-lt"/>
                        <a:buAutoNum type="arabicPeriod"/>
                      </a:pPr>
                      <a:r>
                        <a:rPr lang="en-US" sz="1200" dirty="0"/>
                        <a:t>If the user rejects the exit, system just closes the pop-up.</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user is successfully logged out from their account.</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1960191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3042229539"/>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Set [A Goal in A Metric]</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one of the wished goal-achievable metrics (taken steps or burned calories).</a:t>
                      </a:r>
                    </a:p>
                    <a:p>
                      <a:pPr marL="342900" indent="-342900">
                        <a:buFont typeface="+mj-lt"/>
                        <a:buAutoNum type="arabicPeriod"/>
                      </a:pPr>
                      <a:r>
                        <a:rPr lang="en-US" sz="1200" dirty="0"/>
                        <a:t>The system displays the detailed information screen for the selected metric.</a:t>
                      </a:r>
                    </a:p>
                    <a:p>
                      <a:pPr marL="342900" indent="-342900">
                        <a:buFont typeface="+mj-lt"/>
                        <a:buAutoNum type="arabicPeriod"/>
                      </a:pPr>
                      <a:r>
                        <a:rPr lang="en-US" sz="1200" dirty="0"/>
                        <a:t>The user taps “Set a Goal” button which is located in the top of the charts of the metric.</a:t>
                      </a:r>
                    </a:p>
                    <a:p>
                      <a:pPr marL="342900" indent="-342900">
                        <a:buFont typeface="+mj-lt"/>
                        <a:buAutoNum type="arabicPeriod"/>
                      </a:pPr>
                      <a:r>
                        <a:rPr lang="en-US" sz="1200" dirty="0"/>
                        <a:t>The system opens a pop-up screen that user can enter the goal.</a:t>
                      </a:r>
                    </a:p>
                    <a:p>
                      <a:pPr marL="342900" indent="-342900">
                        <a:buFont typeface="+mj-lt"/>
                        <a:buAutoNum type="arabicPeriod"/>
                      </a:pPr>
                      <a:r>
                        <a:rPr lang="en-US" sz="1200" dirty="0"/>
                        <a:t>The user enters the goal for the provided time limit.</a:t>
                      </a:r>
                    </a:p>
                    <a:p>
                      <a:pPr marL="342900" indent="-342900">
                        <a:buFont typeface="+mj-lt"/>
                        <a:buAutoNum type="arabicPeriod"/>
                      </a:pPr>
                      <a:r>
                        <a:rPr lang="en-US" sz="1200" dirty="0"/>
                        <a:t>The system creates a new chart in the metric’s information screen which is just entered from the user.</a:t>
                      </a:r>
                    </a:p>
                    <a:p>
                      <a:pPr marL="342900" indent="-342900">
                        <a:buFont typeface="+mj-lt"/>
                        <a:buAutoNum type="arabicPeriod"/>
                      </a:pPr>
                      <a:r>
                        <a:rPr lang="en-US" sz="1200" dirty="0"/>
                        <a:t>The system closes the pop-up and returns the user to the same metric’s page, which also displays the new charts.</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new goal is successfully created and shown in the metric’s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885797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2595784152"/>
              </p:ext>
            </p:extLst>
          </p:nvPr>
        </p:nvGraphicFramePr>
        <p:xfrm>
          <a:off x="1371600" y="1623702"/>
          <a:ext cx="9601200" cy="4399649"/>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Insert [A Value in A Metric]</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one of the wished user-input requested metrics (menstruation cycle, sleep duration or meditation duration).</a:t>
                      </a:r>
                    </a:p>
                    <a:p>
                      <a:pPr marL="342900" indent="-342900">
                        <a:buFont typeface="+mj-lt"/>
                        <a:buAutoNum type="arabicPeriod"/>
                      </a:pPr>
                      <a:r>
                        <a:rPr lang="en-US" sz="1200" dirty="0"/>
                        <a:t>The system displays the detailed information screen for the selected metric.</a:t>
                      </a:r>
                    </a:p>
                    <a:p>
                      <a:pPr marL="342900" indent="-342900">
                        <a:buFont typeface="+mj-lt"/>
                        <a:buAutoNum type="arabicPeriod"/>
                      </a:pPr>
                      <a:r>
                        <a:rPr lang="en-US" sz="1200" dirty="0"/>
                        <a:t>The user taps “Insert [Menstruation Day/Sleep Time and Waking Time/Meditation Time]” button which is located in the top of the screen.</a:t>
                      </a:r>
                    </a:p>
                    <a:p>
                      <a:pPr marL="342900" indent="-342900">
                        <a:buFont typeface="+mj-lt"/>
                        <a:buAutoNum type="arabicPeriod"/>
                      </a:pPr>
                      <a:r>
                        <a:rPr lang="en-US" sz="1200" dirty="0"/>
                        <a:t>The system opens a pop-up screen that user can enter the value.</a:t>
                      </a:r>
                    </a:p>
                    <a:p>
                      <a:pPr marL="342900" indent="-342900">
                        <a:buFont typeface="+mj-lt"/>
                        <a:buAutoNum type="arabicPeriod"/>
                      </a:pPr>
                      <a:r>
                        <a:rPr lang="en-US" sz="1200" dirty="0"/>
                        <a:t>The user enters the value.</a:t>
                      </a:r>
                    </a:p>
                    <a:p>
                      <a:pPr marL="342900" indent="-342900">
                        <a:buFont typeface="+mj-lt"/>
                        <a:buAutoNum type="arabicPeriod"/>
                      </a:pPr>
                      <a:r>
                        <a:rPr lang="en-US" sz="1200" dirty="0"/>
                        <a:t>For ”Menstruation Cycle”, the system calculates the menstruation cycle and creates a table for the next estimated menstruation day in a calendar-wise format then closes the pop-up.</a:t>
                      </a:r>
                    </a:p>
                    <a:p>
                      <a:pPr marL="342900" indent="-342900">
                        <a:buFont typeface="+mj-lt"/>
                        <a:buAutoNum type="arabicPeriod"/>
                      </a:pPr>
                      <a:r>
                        <a:rPr lang="en-US" sz="1200" dirty="0"/>
                        <a:t>For “Sleep Duration” or “Meditation Duration”, the system creates a chart for the given interval of time and closes the pop-up.</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next estimated menstruation day is shown in a calendar format to the user.</a:t>
                      </a:r>
                    </a:p>
                    <a:p>
                      <a:pPr marL="285750" indent="-285750">
                        <a:buFont typeface="Arial" panose="020B0604020202020204" pitchFamily="34" charset="0"/>
                        <a:buChar char="•"/>
                      </a:pPr>
                      <a:r>
                        <a:rPr lang="en-US" sz="1600" dirty="0"/>
                        <a:t>The new chart for sleep duration and meditation duration is successfully created.</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4073529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1321468376"/>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Compare [A Metric]</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one of the wished metrics (taken steps, burned calories, sleep duration, meditation duration or heart rate).</a:t>
                      </a:r>
                    </a:p>
                    <a:p>
                      <a:pPr marL="342900" indent="-342900">
                        <a:buFont typeface="+mj-lt"/>
                        <a:buAutoNum type="arabicPeriod"/>
                      </a:pPr>
                      <a:r>
                        <a:rPr lang="en-US" sz="1200" dirty="0"/>
                        <a:t>The system displays the detailed information screen for the selected metric.</a:t>
                      </a:r>
                    </a:p>
                    <a:p>
                      <a:pPr marL="342900" indent="-342900">
                        <a:buFont typeface="+mj-lt"/>
                        <a:buAutoNum type="arabicPeriod"/>
                      </a:pPr>
                      <a:r>
                        <a:rPr lang="en-US" sz="1200" dirty="0"/>
                        <a:t>The user taps “Compare” button which is located in the top of the charts of the metric.</a:t>
                      </a:r>
                    </a:p>
                    <a:p>
                      <a:pPr marL="342900" indent="-342900">
                        <a:buFont typeface="+mj-lt"/>
                        <a:buAutoNum type="arabicPeriod"/>
                      </a:pPr>
                      <a:r>
                        <a:rPr lang="en-US" sz="1200" dirty="0"/>
                        <a:t>The system opens a pop-up screen.</a:t>
                      </a:r>
                    </a:p>
                    <a:p>
                      <a:pPr marL="342900" indent="-342900">
                        <a:buFont typeface="+mj-lt"/>
                        <a:buAutoNum type="arabicPeriod"/>
                      </a:pPr>
                      <a:r>
                        <a:rPr lang="en-US" sz="1200" dirty="0"/>
                        <a:t>The user enters the different dates to be compared.</a:t>
                      </a:r>
                    </a:p>
                    <a:p>
                      <a:pPr marL="342900" indent="-342900">
                        <a:buFont typeface="+mj-lt"/>
                        <a:buAutoNum type="arabicPeriod"/>
                      </a:pPr>
                      <a:r>
                        <a:rPr lang="en-US" sz="1200" dirty="0"/>
                        <a:t>The system calculates the difference between selected days and displays a comparison chart between those days.</a:t>
                      </a:r>
                    </a:p>
                    <a:p>
                      <a:pPr marL="342900" indent="-342900">
                        <a:buFont typeface="+mj-lt"/>
                        <a:buAutoNum type="arabicPeriod"/>
                      </a:pPr>
                      <a:r>
                        <a:rPr lang="en-US" sz="1200" dirty="0"/>
                        <a:t>After request, the user taps the X button that is located in top-right of the screen.</a:t>
                      </a:r>
                    </a:p>
                    <a:p>
                      <a:pPr marL="342900" indent="-342900">
                        <a:buFont typeface="+mj-lt"/>
                        <a:buAutoNum type="arabicPeriod"/>
                      </a:pPr>
                      <a:r>
                        <a:rPr lang="en-US" sz="1200" dirty="0"/>
                        <a:t>The system closes the pop-up and returns the user to the selected metric.</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chart between the compared dates is shown successfully to the user.</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2962671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3282881663"/>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Insert [A Value in A Daily Metric]</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one of the wished daily-input requested metrics (daily water consumption, daily food consumption, blood sugar, stress level, daily emotion).</a:t>
                      </a:r>
                    </a:p>
                    <a:p>
                      <a:pPr marL="342900" indent="-342900">
                        <a:buFont typeface="+mj-lt"/>
                        <a:buAutoNum type="arabicPeriod"/>
                      </a:pPr>
                      <a:r>
                        <a:rPr lang="en-US" sz="1200" dirty="0"/>
                        <a:t>The system displays the detailed information screen for the selected metric.</a:t>
                      </a:r>
                    </a:p>
                    <a:p>
                      <a:pPr marL="342900" indent="-342900">
                        <a:buFont typeface="+mj-lt"/>
                        <a:buAutoNum type="arabicPeriod"/>
                      </a:pPr>
                      <a:r>
                        <a:rPr lang="en-US" sz="1200" dirty="0"/>
                        <a:t>The user taps “Insert [Water Consumption/Food Consumption/Blood Sugar/Stress Level/Daily Emotion]” button which is located in the top of the screen.</a:t>
                      </a:r>
                    </a:p>
                    <a:p>
                      <a:pPr marL="342900" indent="-342900">
                        <a:buFont typeface="+mj-lt"/>
                        <a:buAutoNum type="arabicPeriod"/>
                      </a:pPr>
                      <a:r>
                        <a:rPr lang="en-US" sz="1200" dirty="0"/>
                        <a:t>The system opens a pop-up screen that user can enter the value.</a:t>
                      </a:r>
                    </a:p>
                    <a:p>
                      <a:pPr marL="342900" indent="-342900">
                        <a:buFont typeface="+mj-lt"/>
                        <a:buAutoNum type="arabicPeriod"/>
                      </a:pPr>
                      <a:r>
                        <a:rPr lang="en-US" sz="1200" dirty="0"/>
                        <a:t>The user enters the value.</a:t>
                      </a:r>
                    </a:p>
                    <a:p>
                      <a:pPr marL="342900" indent="-342900">
                        <a:buFont typeface="+mj-lt"/>
                        <a:buAutoNum type="arabicPeriod"/>
                      </a:pPr>
                      <a:r>
                        <a:rPr lang="en-US" sz="1200" dirty="0"/>
                        <a:t>The system creates a chart for the given data and closes the pop-up.</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new chart for the given metric is successfully created.</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1779121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675694752"/>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Generate Report</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User</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The user taps the vertical ellipsis “⋮” button located right of the metric.</a:t>
                      </a:r>
                    </a:p>
                    <a:p>
                      <a:pPr marL="342900" indent="-342900">
                        <a:buFont typeface="+mj-lt"/>
                        <a:buAutoNum type="arabicPeriod"/>
                      </a:pPr>
                      <a:r>
                        <a:rPr lang="en-US" sz="1200" dirty="0"/>
                        <a:t>The system opens a list.</a:t>
                      </a:r>
                    </a:p>
                    <a:p>
                      <a:pPr marL="342900" indent="-342900">
                        <a:buFont typeface="+mj-lt"/>
                        <a:buAutoNum type="arabicPeriod"/>
                      </a:pPr>
                      <a:r>
                        <a:rPr lang="en-US" sz="1200" dirty="0"/>
                        <a:t>The user taps “Generate Report” from the list.</a:t>
                      </a:r>
                    </a:p>
                    <a:p>
                      <a:pPr marL="342900" indent="-342900">
                        <a:buFont typeface="+mj-lt"/>
                        <a:buAutoNum type="arabicPeriod"/>
                      </a:pPr>
                      <a:r>
                        <a:rPr lang="en-US" sz="1200" dirty="0"/>
                        <a:t>The system displays a pop-up screen and waits the metric input and date interval from user.</a:t>
                      </a:r>
                    </a:p>
                    <a:p>
                      <a:pPr marL="342900" indent="-342900">
                        <a:buFont typeface="+mj-lt"/>
                        <a:buAutoNum type="arabicPeriod"/>
                      </a:pPr>
                      <a:r>
                        <a:rPr lang="en-US" sz="1200" dirty="0"/>
                        <a:t>The user selects the metrics from the list and choose two date points in a calendar.</a:t>
                      </a:r>
                    </a:p>
                    <a:p>
                      <a:pPr marL="342900" indent="-342900">
                        <a:buFont typeface="+mj-lt"/>
                        <a:buAutoNum type="arabicPeriod"/>
                      </a:pPr>
                      <a:r>
                        <a:rPr lang="en-US" sz="1200" dirty="0"/>
                        <a:t>The system gets the detailed charts from itself and generates a view-only PDF file in the screen.</a:t>
                      </a:r>
                    </a:p>
                    <a:p>
                      <a:pPr marL="342900" indent="-342900">
                        <a:buFont typeface="+mj-lt"/>
                        <a:buAutoNum type="arabicPeriod"/>
                      </a:pPr>
                      <a:r>
                        <a:rPr lang="en-US" sz="1200" dirty="0"/>
                        <a:t>The user can download the PDF file with the download icon, if requested.</a:t>
                      </a:r>
                    </a:p>
                    <a:p>
                      <a:pPr marL="342900" indent="-342900">
                        <a:buFont typeface="+mj-lt"/>
                        <a:buAutoNum type="arabicPeriod"/>
                      </a:pPr>
                      <a:r>
                        <a:rPr lang="en-US" sz="1200" dirty="0"/>
                        <a:t>The user can share the PDF file with the share icon, if requested. </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summary report is successfully created.</a:t>
                      </a:r>
                    </a:p>
                    <a:p>
                      <a:pPr marL="285750" indent="-285750">
                        <a:buFont typeface="Arial" panose="020B0604020202020204" pitchFamily="34" charset="0"/>
                        <a:buChar char="•"/>
                      </a:pPr>
                      <a:r>
                        <a:rPr lang="en-US" sz="1600" dirty="0"/>
                        <a:t>The user optionally downloads or shares the PDF file.</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18156075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2889711916"/>
              </p:ext>
            </p:extLst>
          </p:nvPr>
        </p:nvGraphicFramePr>
        <p:xfrm>
          <a:off x="1371600" y="1623702"/>
          <a:ext cx="9601200" cy="4383991"/>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Notify</a:t>
                      </a:r>
                    </a:p>
                  </a:txBody>
                  <a:tcPr/>
                </a:tc>
                <a:extLst>
                  <a:ext uri="{0D108BD9-81ED-4DB2-BD59-A6C34878D82A}">
                    <a16:rowId xmlns:a16="http://schemas.microsoft.com/office/drawing/2014/main" val="1009866312"/>
                  </a:ext>
                </a:extLst>
              </a:tr>
              <a:tr h="429585">
                <a:tc>
                  <a:txBody>
                    <a:bodyPr/>
                    <a:lstStyle/>
                    <a:p>
                      <a:r>
                        <a:rPr lang="en-US" sz="1600" dirty="0"/>
                        <a:t>Actors:</a:t>
                      </a:r>
                    </a:p>
                  </a:txBody>
                  <a:tcPr/>
                </a:tc>
                <a:tc>
                  <a:txBody>
                    <a:bodyPr/>
                    <a:lstStyle/>
                    <a:p>
                      <a:r>
                        <a:rPr lang="en-US" sz="1600" dirty="0"/>
                        <a:t>System</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The system gets the information from each goal.</a:t>
                      </a:r>
                    </a:p>
                    <a:p>
                      <a:pPr marL="342900" indent="-342900">
                        <a:buFont typeface="+mj-lt"/>
                        <a:buAutoNum type="arabicPeriod"/>
                      </a:pPr>
                      <a:r>
                        <a:rPr lang="en-US" sz="1200" dirty="0"/>
                        <a:t>The system calculates the remaining time for the each uncompleted goal.</a:t>
                      </a:r>
                    </a:p>
                    <a:p>
                      <a:pPr marL="342900" indent="-342900">
                        <a:buFont typeface="+mj-lt"/>
                        <a:buAutoNum type="arabicPeriod"/>
                      </a:pPr>
                      <a:r>
                        <a:rPr lang="en-US" sz="1200" dirty="0"/>
                        <a:t>The system sends the reminder if the goal is not met and system requirements is valid.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t>The system sends the motivational notifications when a goal is not met and system requirements is valid (squeezed time left).</a:t>
                      </a:r>
                    </a:p>
                    <a:p>
                      <a:pPr marL="342900" indent="-342900">
                        <a:buFont typeface="+mj-lt"/>
                        <a:buAutoNum type="arabicPeriod"/>
                      </a:pPr>
                      <a:endParaRPr lang="en-US" sz="1200" dirty="0"/>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logged into their account.</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reminder of motivational notification is sent successfully.</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590429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620321076"/>
              </p:ext>
            </p:extLst>
          </p:nvPr>
        </p:nvGraphicFramePr>
        <p:xfrm>
          <a:off x="1371600" y="1623702"/>
          <a:ext cx="9601200" cy="4615464"/>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51004">
                <a:tc>
                  <a:txBody>
                    <a:bodyPr/>
                    <a:lstStyle/>
                    <a:p>
                      <a:r>
                        <a:rPr lang="en-US" sz="1600" dirty="0"/>
                        <a:t>Name:</a:t>
                      </a:r>
                    </a:p>
                  </a:txBody>
                  <a:tcPr/>
                </a:tc>
                <a:tc>
                  <a:txBody>
                    <a:bodyPr/>
                    <a:lstStyle/>
                    <a:p>
                      <a:r>
                        <a:rPr lang="en-US" sz="1600" dirty="0"/>
                        <a:t>Managing Groups in Cooperative/Competitive Mode</a:t>
                      </a:r>
                    </a:p>
                  </a:txBody>
                  <a:tcPr/>
                </a:tc>
                <a:extLst>
                  <a:ext uri="{0D108BD9-81ED-4DB2-BD59-A6C34878D82A}">
                    <a16:rowId xmlns:a16="http://schemas.microsoft.com/office/drawing/2014/main" val="1009866312"/>
                  </a:ext>
                </a:extLst>
              </a:tr>
              <a:tr h="645400">
                <a:tc>
                  <a:txBody>
                    <a:bodyPr/>
                    <a:lstStyle/>
                    <a:p>
                      <a:r>
                        <a:rPr lang="en-US" sz="1600" dirty="0"/>
                        <a:t>Actors:</a:t>
                      </a:r>
                    </a:p>
                  </a:txBody>
                  <a:tcPr/>
                </a:tc>
                <a:tc>
                  <a:txBody>
                    <a:bodyPr/>
                    <a:lstStyle/>
                    <a:p>
                      <a:r>
                        <a:rPr lang="en-US" sz="1600" dirty="0"/>
                        <a:t>User</a:t>
                      </a:r>
                      <a:br>
                        <a:rPr lang="en-US" sz="1600" dirty="0"/>
                      </a:br>
                      <a:r>
                        <a:rPr lang="en-US" sz="1600" dirty="0"/>
                        <a:t>Other Users (Friends)</a:t>
                      </a:r>
                    </a:p>
                  </a:txBody>
                  <a:tcPr/>
                </a:tc>
                <a:extLst>
                  <a:ext uri="{0D108BD9-81ED-4DB2-BD59-A6C34878D82A}">
                    <a16:rowId xmlns:a16="http://schemas.microsoft.com/office/drawing/2014/main" val="618041798"/>
                  </a:ext>
                </a:extLst>
              </a:tr>
              <a:tr h="2087462">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the specified icon for cooperative/competitive mode in the bottom bar of main screen.</a:t>
                      </a:r>
                    </a:p>
                    <a:p>
                      <a:pPr marL="342900" indent="-342900">
                        <a:buFont typeface="+mj-lt"/>
                        <a:buAutoNum type="arabicPeriod"/>
                      </a:pPr>
                      <a:r>
                        <a:rPr lang="en-US" sz="1200" dirty="0"/>
                        <a:t>The system directs the user to the cooperative/competitive screen.</a:t>
                      </a:r>
                    </a:p>
                    <a:p>
                      <a:pPr marL="342900" indent="-342900">
                        <a:buFont typeface="+mj-lt"/>
                        <a:buAutoNum type="arabicPeriod"/>
                      </a:pPr>
                      <a:r>
                        <a:rPr lang="en-US" sz="1200" dirty="0"/>
                        <a:t>The user can manage the existing groups in this screen.</a:t>
                      </a:r>
                    </a:p>
                    <a:p>
                      <a:pPr marL="342900" indent="-342900">
                        <a:buFont typeface="+mj-lt"/>
                        <a:buAutoNum type="arabicPeriod"/>
                      </a:pPr>
                      <a:r>
                        <a:rPr lang="en-US" sz="1200" dirty="0"/>
                        <a:t>The user can create a group by tapping “Create A Group” button in the top of the screen. </a:t>
                      </a:r>
                    </a:p>
                    <a:p>
                      <a:pPr marL="342900" indent="-342900">
                        <a:buFont typeface="+mj-lt"/>
                        <a:buAutoNum type="arabicPeriod"/>
                      </a:pPr>
                      <a:r>
                        <a:rPr lang="en-US" sz="1200" dirty="0"/>
                        <a:t>When the user taps the button, the user can add the other users using their emails or phone numbers.  After user adds people to the group, a notification is sent to the other users and this request can be accepted or rejected by a pop-up message in the cooperative/competitive mode.</a:t>
                      </a:r>
                    </a:p>
                    <a:p>
                      <a:pPr marL="342900" indent="-342900">
                        <a:buFont typeface="+mj-lt"/>
                        <a:buAutoNum type="arabicPeriod"/>
                      </a:pPr>
                      <a:r>
                        <a:rPr lang="en-US" sz="1200" dirty="0"/>
                        <a:t>The administrator user can add or remove the other users and made other people as administrator in a pop-up screen after ”Details” button is tapped.</a:t>
                      </a:r>
                    </a:p>
                    <a:p>
                      <a:pPr marL="342900" indent="-342900">
                        <a:buFont typeface="+mj-lt"/>
                        <a:buAutoNum type="arabicPeriod"/>
                      </a:pPr>
                      <a:r>
                        <a:rPr lang="en-US" sz="1200" dirty="0"/>
                        <a:t>The group can be deleted permanently with “Delete this Group”  in the bottom of the “Details” screen.</a:t>
                      </a:r>
                    </a:p>
                  </a:txBody>
                  <a:tcPr/>
                </a:tc>
                <a:extLst>
                  <a:ext uri="{0D108BD9-81ED-4DB2-BD59-A6C34878D82A}">
                    <a16:rowId xmlns:a16="http://schemas.microsoft.com/office/drawing/2014/main" val="423871717"/>
                  </a:ext>
                </a:extLst>
              </a:tr>
              <a:tr h="65343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users are logged into their account.</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62507">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group is either created or deleted successfully.</a:t>
                      </a:r>
                    </a:p>
                    <a:p>
                      <a:pPr marL="285750" indent="-285750">
                        <a:buFont typeface="Arial" panose="020B0604020202020204" pitchFamily="34" charset="0"/>
                        <a:buChar char="•"/>
                      </a:pPr>
                      <a:r>
                        <a:rPr lang="en-US" sz="1600" dirty="0"/>
                        <a:t>The users is successfully added or removed from the group.</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10184830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B79795-3995-DB61-ADA8-B9AC384720BF}"/>
              </a:ext>
            </a:extLst>
          </p:cNvPr>
          <p:cNvSpPr>
            <a:spLocks noGrp="1"/>
          </p:cNvSpPr>
          <p:nvPr>
            <p:ph type="title"/>
          </p:nvPr>
        </p:nvSpPr>
        <p:spPr/>
        <p:txBody>
          <a:bodyPr/>
          <a:lstStyle/>
          <a:p>
            <a:r>
              <a:rPr lang="en-US" dirty="0"/>
              <a:t>Use Cases</a:t>
            </a:r>
          </a:p>
        </p:txBody>
      </p:sp>
      <p:graphicFrame>
        <p:nvGraphicFramePr>
          <p:cNvPr id="4" name="İçerik Yer Tutucusu 3">
            <a:extLst>
              <a:ext uri="{FF2B5EF4-FFF2-40B4-BE49-F238E27FC236}">
                <a16:creationId xmlns:a16="http://schemas.microsoft.com/office/drawing/2014/main" id="{60B90184-AD16-88B0-352A-C01765E7E801}"/>
              </a:ext>
            </a:extLst>
          </p:cNvPr>
          <p:cNvGraphicFramePr>
            <a:graphicFrameLocks noGrp="1"/>
          </p:cNvGraphicFramePr>
          <p:nvPr>
            <p:ph idx="1"/>
            <p:extLst>
              <p:ext uri="{D42A27DB-BD31-4B8C-83A1-F6EECF244321}">
                <p14:modId xmlns:p14="http://schemas.microsoft.com/office/powerpoint/2010/main" val="1126347108"/>
              </p:ext>
            </p:extLst>
          </p:nvPr>
        </p:nvGraphicFramePr>
        <p:xfrm>
          <a:off x="1371600" y="1623702"/>
          <a:ext cx="9601200" cy="4782078"/>
        </p:xfrm>
        <a:graphic>
          <a:graphicData uri="http://schemas.openxmlformats.org/drawingml/2006/table">
            <a:tbl>
              <a:tblPr firstRow="1" bandRow="1">
                <a:tableStyleId>{5C22544A-7EE6-4342-B048-85BDC9FD1C3A}</a:tableStyleId>
              </a:tblPr>
              <a:tblGrid>
                <a:gridCol w="2072355">
                  <a:extLst>
                    <a:ext uri="{9D8B030D-6E8A-4147-A177-3AD203B41FA5}">
                      <a16:colId xmlns:a16="http://schemas.microsoft.com/office/drawing/2014/main" val="2612603519"/>
                    </a:ext>
                  </a:extLst>
                </a:gridCol>
                <a:gridCol w="7528845">
                  <a:extLst>
                    <a:ext uri="{9D8B030D-6E8A-4147-A177-3AD203B41FA5}">
                      <a16:colId xmlns:a16="http://schemas.microsoft.com/office/drawing/2014/main" val="3906140228"/>
                    </a:ext>
                  </a:extLst>
                </a:gridCol>
              </a:tblGrid>
              <a:tr h="540826">
                <a:tc>
                  <a:txBody>
                    <a:bodyPr/>
                    <a:lstStyle/>
                    <a:p>
                      <a:r>
                        <a:rPr lang="en-US" sz="1600" dirty="0"/>
                        <a:t>Name:</a:t>
                      </a:r>
                    </a:p>
                  </a:txBody>
                  <a:tcPr/>
                </a:tc>
                <a:tc>
                  <a:txBody>
                    <a:bodyPr/>
                    <a:lstStyle/>
                    <a:p>
                      <a:r>
                        <a:rPr lang="en-US" sz="1600" dirty="0"/>
                        <a:t>Setting the Goals in Cooperative/Competitive Mode</a:t>
                      </a:r>
                    </a:p>
                  </a:txBody>
                  <a:tcPr/>
                </a:tc>
                <a:extLst>
                  <a:ext uri="{0D108BD9-81ED-4DB2-BD59-A6C34878D82A}">
                    <a16:rowId xmlns:a16="http://schemas.microsoft.com/office/drawing/2014/main" val="1009866312"/>
                  </a:ext>
                </a:extLst>
              </a:tr>
              <a:tr h="633479">
                <a:tc>
                  <a:txBody>
                    <a:bodyPr/>
                    <a:lstStyle/>
                    <a:p>
                      <a:r>
                        <a:rPr lang="en-US" sz="1600" dirty="0"/>
                        <a:t>Actors:</a:t>
                      </a:r>
                    </a:p>
                  </a:txBody>
                  <a:tcPr/>
                </a:tc>
                <a:tc>
                  <a:txBody>
                    <a:bodyPr/>
                    <a:lstStyle/>
                    <a:p>
                      <a:r>
                        <a:rPr lang="en-US" sz="1600" dirty="0"/>
                        <a:t>User</a:t>
                      </a:r>
                      <a:br>
                        <a:rPr lang="en-US" sz="1600" dirty="0"/>
                      </a:br>
                      <a:r>
                        <a:rPr lang="en-US" sz="1600" dirty="0"/>
                        <a:t>Other Users (Friends)</a:t>
                      </a:r>
                    </a:p>
                  </a:txBody>
                  <a:tcPr/>
                </a:tc>
                <a:extLst>
                  <a:ext uri="{0D108BD9-81ED-4DB2-BD59-A6C34878D82A}">
                    <a16:rowId xmlns:a16="http://schemas.microsoft.com/office/drawing/2014/main" val="618041798"/>
                  </a:ext>
                </a:extLst>
              </a:tr>
              <a:tr h="2064273">
                <a:tc>
                  <a:txBody>
                    <a:bodyPr/>
                    <a:lstStyle/>
                    <a:p>
                      <a:r>
                        <a:rPr lang="en-US" sz="1600" dirty="0"/>
                        <a:t>Flow of Events:</a:t>
                      </a:r>
                    </a:p>
                  </a:txBody>
                  <a:tcPr/>
                </a:tc>
                <a:tc>
                  <a:txBody>
                    <a:bodyPr/>
                    <a:lstStyle/>
                    <a:p>
                      <a:pPr marL="342900" indent="-342900">
                        <a:buFont typeface="+mj-lt"/>
                        <a:buAutoNum type="arabicPeriod"/>
                      </a:pPr>
                      <a:r>
                        <a:rPr lang="en-US" sz="1200" dirty="0"/>
                        <a:t>After the user directed the main screen, the user taps the specified icon for cooperative/competitive mode in the bottom bar of main screen.</a:t>
                      </a:r>
                    </a:p>
                    <a:p>
                      <a:pPr marL="342900" indent="-342900">
                        <a:buFont typeface="+mj-lt"/>
                        <a:buAutoNum type="arabicPeriod"/>
                      </a:pPr>
                      <a:r>
                        <a:rPr lang="en-US" sz="1200" dirty="0"/>
                        <a:t>The system directs the user to the cooperative/competitive screen.</a:t>
                      </a:r>
                    </a:p>
                    <a:p>
                      <a:pPr marL="342900" indent="-342900">
                        <a:buFont typeface="+mj-lt"/>
                        <a:buAutoNum type="arabicPeriod"/>
                      </a:pPr>
                      <a:r>
                        <a:rPr lang="en-US" sz="1200" dirty="0"/>
                        <a:t>The user selects the group from the list in this screen.</a:t>
                      </a:r>
                    </a:p>
                    <a:p>
                      <a:pPr marL="342900" indent="-342900">
                        <a:buFont typeface="+mj-lt"/>
                        <a:buAutoNum type="arabicPeriod"/>
                      </a:pPr>
                      <a:r>
                        <a:rPr lang="en-US" sz="1200" dirty="0"/>
                        <a:t>The system opens the the group’s screen and -if a goal set before- shows the visual charts and contributions of each user.</a:t>
                      </a:r>
                    </a:p>
                    <a:p>
                      <a:pPr marL="342900" indent="-342900">
                        <a:buFont typeface="+mj-lt"/>
                        <a:buAutoNum type="arabicPeriod"/>
                      </a:pPr>
                      <a:r>
                        <a:rPr lang="en-US" sz="1200" dirty="0"/>
                        <a:t>The user sets a goal by tapping the button “Set a Goal” in the top of the screen.</a:t>
                      </a:r>
                    </a:p>
                    <a:p>
                      <a:pPr marL="342900" indent="-342900">
                        <a:buFont typeface="+mj-lt"/>
                        <a:buAutoNum type="arabicPeriod"/>
                      </a:pPr>
                      <a:r>
                        <a:rPr lang="en-US" sz="1200" dirty="0"/>
                        <a:t>The system displays a pop-up screen, to get the specified time period and metric from the user.</a:t>
                      </a:r>
                    </a:p>
                    <a:p>
                      <a:pPr marL="342900" indent="-342900">
                        <a:buFont typeface="+mj-lt"/>
                        <a:buAutoNum type="arabicPeriod"/>
                      </a:pPr>
                      <a:r>
                        <a:rPr lang="en-US" sz="1200" dirty="0"/>
                        <a:t>The user enters this values to the given fields.</a:t>
                      </a:r>
                    </a:p>
                    <a:p>
                      <a:pPr marL="342900" indent="-342900">
                        <a:buFont typeface="+mj-lt"/>
                        <a:buAutoNum type="arabicPeriod"/>
                      </a:pPr>
                      <a:r>
                        <a:rPr lang="en-US" sz="1200" dirty="0"/>
                        <a:t>The system creates a new chart in the group’s screen.</a:t>
                      </a:r>
                    </a:p>
                    <a:p>
                      <a:pPr marL="342900" indent="-342900">
                        <a:buFont typeface="+mj-lt"/>
                        <a:buAutoNum type="arabicPeriod"/>
                      </a:pPr>
                      <a:r>
                        <a:rPr lang="en-US" sz="1200" dirty="0"/>
                        <a:t>The system closes the pop-up and returns the user to the group’s page, which also displays the new charts.</a:t>
                      </a:r>
                    </a:p>
                  </a:txBody>
                  <a:tcPr/>
                </a:tc>
                <a:extLst>
                  <a:ext uri="{0D108BD9-81ED-4DB2-BD59-A6C34878D82A}">
                    <a16:rowId xmlns:a16="http://schemas.microsoft.com/office/drawing/2014/main" val="423871717"/>
                  </a:ext>
                </a:extLst>
              </a:tr>
              <a:tr h="854383">
                <a:tc>
                  <a:txBody>
                    <a:bodyPr/>
                    <a:lstStyle/>
                    <a:p>
                      <a:r>
                        <a:rPr lang="en-US" sz="1600" dirty="0"/>
                        <a:t>Entry Condition: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users are logged into their account.</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The user is a member of the selected group.</a:t>
                      </a:r>
                    </a:p>
                    <a:p>
                      <a:pPr marL="285750" indent="-285750">
                        <a:buFont typeface="Arial" panose="020B0604020202020204" pitchFamily="34" charset="0"/>
                        <a:buChar char="•"/>
                      </a:pPr>
                      <a:r>
                        <a:rPr lang="en-US" sz="1600" dirty="0"/>
                        <a:t>An active internet connection is provided.</a:t>
                      </a:r>
                    </a:p>
                  </a:txBody>
                  <a:tcPr/>
                </a:tc>
                <a:extLst>
                  <a:ext uri="{0D108BD9-81ED-4DB2-BD59-A6C34878D82A}">
                    <a16:rowId xmlns:a16="http://schemas.microsoft.com/office/drawing/2014/main" val="3893573201"/>
                  </a:ext>
                </a:extLst>
              </a:tr>
              <a:tr h="650270">
                <a:tc>
                  <a:txBody>
                    <a:bodyPr/>
                    <a:lstStyle/>
                    <a:p>
                      <a:r>
                        <a:rPr lang="en-US" sz="1600" dirty="0"/>
                        <a:t>Exit Condition:</a:t>
                      </a:r>
                    </a:p>
                  </a:txBody>
                  <a:tcPr/>
                </a:tc>
                <a:tc>
                  <a:txBody>
                    <a:bodyPr/>
                    <a:lstStyle/>
                    <a:p>
                      <a:pPr marL="285750" indent="-285750">
                        <a:buFont typeface="Arial" panose="020B0604020202020204" pitchFamily="34" charset="0"/>
                        <a:buChar char="•"/>
                      </a:pPr>
                      <a:r>
                        <a:rPr lang="en-US" sz="1600" dirty="0"/>
                        <a:t>The new goal is successfully created and shown in the group’s screen.</a:t>
                      </a:r>
                    </a:p>
                  </a:txBody>
                  <a:tcPr/>
                </a:tc>
                <a:extLst>
                  <a:ext uri="{0D108BD9-81ED-4DB2-BD59-A6C34878D82A}">
                    <a16:rowId xmlns:a16="http://schemas.microsoft.com/office/drawing/2014/main" val="941137890"/>
                  </a:ext>
                </a:extLst>
              </a:tr>
            </a:tbl>
          </a:graphicData>
        </a:graphic>
      </p:graphicFrame>
    </p:spTree>
    <p:extLst>
      <p:ext uri="{BB962C8B-B14F-4D97-AF65-F5344CB8AC3E}">
        <p14:creationId xmlns:p14="http://schemas.microsoft.com/office/powerpoint/2010/main" val="2283422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2978880550"/>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a:solidFill>
                            <a:srgbClr val="000000"/>
                          </a:solidFill>
                          <a:effectLst/>
                          <a:latin typeface="+mn-lt"/>
                        </a:rPr>
                        <a:t>TC-01</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Account Registration</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Validate registration form</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Invalid email, weak password</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Error messages for invalid email format and weak password</a:t>
                      </a:r>
                      <a:endParaRPr lang="en-US" sz="1600" dirty="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a:solidFill>
                            <a:srgbClr val="000000"/>
                          </a:solidFill>
                          <a:effectLst/>
                          <a:latin typeface="+mn-lt"/>
                        </a:rPr>
                        <a:t>TC-02</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Duplicate Account Prevention</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Prevent duplicate accounts</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Existing email during registration</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"Email already in use" error message</a:t>
                      </a:r>
                      <a:endParaRPr lang="en-US" sz="1600" dirty="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a:solidFill>
                            <a:srgbClr val="000000"/>
                          </a:solidFill>
                          <a:effectLst/>
                          <a:latin typeface="+mn-lt"/>
                        </a:rPr>
                        <a:t>TC-03</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Login Validation</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Check login with valid and invalid credentials</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Correct/incorrect credentials</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Success for correct, error for incorrect credentials</a:t>
                      </a:r>
                      <a:endParaRPr lang="en-US" sz="1600" dirty="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a:solidFill>
                            <a:srgbClr val="000000"/>
                          </a:solidFill>
                          <a:effectLst/>
                          <a:latin typeface="+mn-lt"/>
                        </a:rPr>
                        <a:t>TC-04</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Password Recovery</a:t>
                      </a:r>
                      <a:endParaRPr lang="en-US" sz="1600" dirty="0">
                        <a:effectLst/>
                        <a:latin typeface="+mn-lt"/>
                      </a:endParaRPr>
                    </a:p>
                  </a:txBody>
                  <a:tcPr marL="38100" marR="38100" marT="38100" marB="38100" anchor="ctr"/>
                </a:tc>
                <a:tc>
                  <a:txBody>
                    <a:bodyPr/>
                    <a:lstStyle/>
                    <a:p>
                      <a:pPr algn="ctr"/>
                      <a:r>
                        <a:rPr lang="en-US" sz="1600" dirty="0">
                          <a:solidFill>
                            <a:srgbClr val="000000"/>
                          </a:solidFill>
                          <a:effectLst/>
                          <a:latin typeface="+mn-lt"/>
                        </a:rPr>
                        <a:t>Send reset instructions for valid email</a:t>
                      </a:r>
                      <a:endParaRPr lang="en-US" sz="1600" dirty="0">
                        <a:effectLst/>
                        <a:latin typeface="+mn-lt"/>
                      </a:endParaRPr>
                    </a:p>
                  </a:txBody>
                  <a:tcPr marL="38100" marR="38100" marT="38100" marB="38100" anchor="ctr"/>
                </a:tc>
                <a:tc>
                  <a:txBody>
                    <a:bodyPr/>
                    <a:lstStyle/>
                    <a:p>
                      <a:pPr algn="ctr"/>
                      <a:r>
                        <a:rPr lang="en-US" sz="1600">
                          <a:solidFill>
                            <a:srgbClr val="000000"/>
                          </a:solidFill>
                          <a:effectLst/>
                          <a:latin typeface="+mn-lt"/>
                        </a:rPr>
                        <a:t>Registered email</a:t>
                      </a:r>
                      <a:endParaRPr lang="en-US" sz="1600" dirty="0">
                        <a:effectLst/>
                        <a:latin typeface="+mn-lt"/>
                      </a:endParaRPr>
                    </a:p>
                  </a:txBody>
                  <a:tcPr marL="38100" marR="38100" marT="38100" marB="38100" anchor="ctr"/>
                </a:tc>
                <a:tc>
                  <a:txBody>
                    <a:bodyPr/>
                    <a:lstStyle/>
                    <a:p>
                      <a:pPr algn="ctr"/>
                      <a:r>
                        <a:rPr lang="en-US" sz="1600" dirty="0">
                          <a:solidFill>
                            <a:srgbClr val="000000"/>
                          </a:solidFill>
                          <a:effectLst/>
                          <a:latin typeface="+mn-lt"/>
                        </a:rPr>
                        <a:t>Password reset link or OTP </a:t>
                      </a:r>
                      <a:r>
                        <a:rPr lang="en-US" sz="1600" noProof="0" dirty="0">
                          <a:solidFill>
                            <a:srgbClr val="000000"/>
                          </a:solidFill>
                          <a:effectLst/>
                          <a:latin typeface="+mn-lt"/>
                        </a:rPr>
                        <a:t>sent</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40389137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1275172978"/>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a:solidFill>
                            <a:srgbClr val="000000"/>
                          </a:solidFill>
                          <a:effectLst/>
                          <a:latin typeface="+mn-lt"/>
                        </a:rPr>
                        <a:t>TC-05</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Creation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Add a new goal</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Steps goal: 10,000/day</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created and displayed on the dashboard</a:t>
                      </a:r>
                      <a:endParaRPr lang="en-US" sz="1600" noProof="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dirty="0">
                          <a:solidFill>
                            <a:srgbClr val="000000"/>
                          </a:solidFill>
                          <a:effectLst/>
                          <a:latin typeface="+mn-lt"/>
                        </a:rPr>
                        <a:t>TC-06(?)</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Progress Update</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Update progress for an existing goal</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Add 5,000 steps</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Progress bar updates to 50%</a:t>
                      </a:r>
                      <a:endParaRPr lang="en-US" sz="1600" noProof="0" dirty="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a:solidFill>
                            <a:srgbClr val="000000"/>
                          </a:solidFill>
                          <a:effectLst/>
                          <a:latin typeface="+mn-lt"/>
                        </a:rPr>
                        <a:t>TC-07</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Activity Report Generation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Display 7-day activity report</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Main page</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Report displayed within 1.5 seconds</a:t>
                      </a:r>
                      <a:endParaRPr lang="en-US" sz="1600" noProof="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TC-08</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Monthly Data Navigation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Navigate to monthly activity data</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Click on 7-day segment</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Transition to monthly view within 1.5 seconds</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6139328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377015361"/>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a:solidFill>
                            <a:srgbClr val="000000"/>
                          </a:solidFill>
                          <a:effectLst/>
                          <a:latin typeface="+mn-lt"/>
                        </a:rPr>
                        <a:t>TC-09</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Achievement Notification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Notify when a goal is achieved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Completed daily goal (10,000 steps)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Immediate notification with congratulatory message</a:t>
                      </a:r>
                      <a:endParaRPr lang="en-US" sz="1600" noProof="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a:solidFill>
                            <a:srgbClr val="000000"/>
                          </a:solidFill>
                          <a:effectLst/>
                          <a:latin typeface="+mn-lt"/>
                        </a:rPr>
                        <a:t>TC-10</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Reminder Notification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Send reminders for unmet goals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Incomplete goal at 9:00 PM</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Reminder notification sent between 8:00 PM and 11:59 PM</a:t>
                      </a:r>
                      <a:endParaRPr lang="en-US" sz="1600" noProof="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a:solidFill>
                            <a:srgbClr val="000000"/>
                          </a:solidFill>
                          <a:effectLst/>
                          <a:latin typeface="+mn-lt"/>
                        </a:rPr>
                        <a:t>TC-11</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Load Handling</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Handle peak traffic during login requests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10,000 simultaneous logins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System handles all requests without crashing</a:t>
                      </a:r>
                      <a:endParaRPr lang="en-US" sz="1600" noProof="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TC-12</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Data Processing</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Handle large volumes of uploaded data</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Upload 1,000 activity logs</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Data processed within 2 seconds</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3012899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1530904764"/>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a:solidFill>
                            <a:srgbClr val="000000"/>
                          </a:solidFill>
                          <a:effectLst/>
                          <a:latin typeface="+mn-lt"/>
                        </a:rPr>
                        <a:t>TC-13</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Screen Reader Compatibility</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Ensure screen reader accessibility</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Navigate with a screen reader</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All sections accessible with clear audio prompts</a:t>
                      </a:r>
                      <a:endParaRPr lang="en-US" sz="1600" noProof="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a:solidFill>
                            <a:srgbClr val="000000"/>
                          </a:solidFill>
                          <a:effectLst/>
                          <a:latin typeface="+mn-lt"/>
                        </a:rPr>
                        <a:t>TC-14</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Multi-Language Support</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Switch to a different language setting</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Change language settings</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All text and notifications reflect selected language</a:t>
                      </a:r>
                      <a:endParaRPr lang="en-US" sz="1600" noProof="0" dirty="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a:solidFill>
                            <a:srgbClr val="000000"/>
                          </a:solidFill>
                          <a:effectLst/>
                          <a:latin typeface="+mn-lt"/>
                        </a:rPr>
                        <a:t>TC-15</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Input Field Validation</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Ensure mandatory fields are filled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Empty email/password fields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Error messages for missing required fields</a:t>
                      </a:r>
                      <a:endParaRPr lang="en-US" sz="1600" noProof="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TC-16</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Registration Success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Confirm successful registration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Correct email and password</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Account successfully created and user logged in</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3219175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2560864038"/>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dirty="0">
                          <a:solidFill>
                            <a:srgbClr val="000000"/>
                          </a:solidFill>
                          <a:effectLst/>
                          <a:latin typeface="+mn-lt"/>
                        </a:rPr>
                        <a:t>TC-17(?)</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Session Timeout</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Test session expiration after inactivity</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Leave session idle for 15 minutes</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User is logged out automatically</a:t>
                      </a:r>
                      <a:endParaRPr lang="en-US" sz="1600" noProof="0" dirty="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a:solidFill>
                            <a:srgbClr val="000000"/>
                          </a:solidFill>
                          <a:effectLst/>
                          <a:latin typeface="+mn-lt"/>
                        </a:rPr>
                        <a:t>TC-18</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Password Change</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Change the user's password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Old password, new password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Password successfully updated</a:t>
                      </a:r>
                      <a:endParaRPr lang="en-US" sz="1600" noProof="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a:solidFill>
                            <a:srgbClr val="000000"/>
                          </a:solidFill>
                          <a:effectLst/>
                          <a:latin typeface="+mn-lt"/>
                        </a:rPr>
                        <a:t>TC-19</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Email Verification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Verify user email during registration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User's email</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Verification email sent and verified</a:t>
                      </a:r>
                      <a:endParaRPr lang="en-US" sz="1600" noProof="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TC-20</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Forgot Password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Reset password via the "Forgot Password" feature</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Registered email</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User receives reset instructions</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37668007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1315048200"/>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a:solidFill>
                            <a:srgbClr val="000000"/>
                          </a:solidFill>
                          <a:effectLst/>
                          <a:latin typeface="+mn-lt"/>
                        </a:rPr>
                        <a:t>TC-21</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Completion Tracking</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Track completion of goals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User achieves 10,000 steps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completion tracked and displayed</a:t>
                      </a:r>
                      <a:endParaRPr lang="en-US" sz="1600" noProof="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a:solidFill>
                            <a:srgbClr val="000000"/>
                          </a:solidFill>
                          <a:effectLst/>
                          <a:latin typeface="+mn-lt"/>
                        </a:rPr>
                        <a:t>TC-22</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Activity Data Sync</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Sync activity data from a third-party device</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Activity data from a fitness tracker</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Data synced correctly to the app</a:t>
                      </a:r>
                      <a:endParaRPr lang="en-US" sz="1600" noProof="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a:solidFill>
                            <a:srgbClr val="000000"/>
                          </a:solidFill>
                          <a:effectLst/>
                          <a:latin typeface="+mn-lt"/>
                        </a:rPr>
                        <a:t>TC-23</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Deletion</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Delete an existing goal</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ID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Goal removed from dashboard and data</a:t>
                      </a:r>
                      <a:endParaRPr lang="en-US" sz="1600" noProof="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TC-24</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Push Notification Delivery</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Check push notifications for goals and reminders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Incomplete goal at 9:00 PM</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Notification delivered as per set schedule</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13134317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F29C8-FF24-DF25-3F30-5F04A3C5FFF3}"/>
              </a:ext>
            </a:extLst>
          </p:cNvPr>
          <p:cNvSpPr>
            <a:spLocks noGrp="1"/>
          </p:cNvSpPr>
          <p:nvPr>
            <p:ph type="title"/>
          </p:nvPr>
        </p:nvSpPr>
        <p:spPr/>
        <p:txBody>
          <a:bodyPr/>
          <a:lstStyle/>
          <a:p>
            <a:r>
              <a:rPr lang="en-US" dirty="0"/>
              <a:t>Test Cases</a:t>
            </a:r>
          </a:p>
        </p:txBody>
      </p:sp>
      <p:graphicFrame>
        <p:nvGraphicFramePr>
          <p:cNvPr id="4" name="İçerik Yer Tutucusu 3">
            <a:extLst>
              <a:ext uri="{FF2B5EF4-FFF2-40B4-BE49-F238E27FC236}">
                <a16:creationId xmlns:a16="http://schemas.microsoft.com/office/drawing/2014/main" id="{32965FC1-B1FA-8EE6-0103-E8FC063BD89D}"/>
              </a:ext>
            </a:extLst>
          </p:cNvPr>
          <p:cNvGraphicFramePr>
            <a:graphicFrameLocks noGrp="1"/>
          </p:cNvGraphicFramePr>
          <p:nvPr>
            <p:ph idx="1"/>
            <p:extLst>
              <p:ext uri="{D42A27DB-BD31-4B8C-83A1-F6EECF244321}">
                <p14:modId xmlns:p14="http://schemas.microsoft.com/office/powerpoint/2010/main" val="2229199619"/>
              </p:ext>
            </p:extLst>
          </p:nvPr>
        </p:nvGraphicFramePr>
        <p:xfrm>
          <a:off x="1371600" y="1645921"/>
          <a:ext cx="10091650" cy="4203998"/>
        </p:xfrm>
        <a:graphic>
          <a:graphicData uri="http://schemas.openxmlformats.org/drawingml/2006/table">
            <a:tbl>
              <a:tblPr firstRow="1" bandRow="1">
                <a:tableStyleId>{5C22544A-7EE6-4342-B048-85BDC9FD1C3A}</a:tableStyleId>
              </a:tblPr>
              <a:tblGrid>
                <a:gridCol w="1013534">
                  <a:extLst>
                    <a:ext uri="{9D8B030D-6E8A-4147-A177-3AD203B41FA5}">
                      <a16:colId xmlns:a16="http://schemas.microsoft.com/office/drawing/2014/main" val="3394144028"/>
                    </a:ext>
                  </a:extLst>
                </a:gridCol>
                <a:gridCol w="1912546">
                  <a:extLst>
                    <a:ext uri="{9D8B030D-6E8A-4147-A177-3AD203B41FA5}">
                      <a16:colId xmlns:a16="http://schemas.microsoft.com/office/drawing/2014/main" val="3785054404"/>
                    </a:ext>
                  </a:extLst>
                </a:gridCol>
                <a:gridCol w="3128910">
                  <a:extLst>
                    <a:ext uri="{9D8B030D-6E8A-4147-A177-3AD203B41FA5}">
                      <a16:colId xmlns:a16="http://schemas.microsoft.com/office/drawing/2014/main" val="112356031"/>
                    </a:ext>
                  </a:extLst>
                </a:gridCol>
                <a:gridCol w="2018330">
                  <a:extLst>
                    <a:ext uri="{9D8B030D-6E8A-4147-A177-3AD203B41FA5}">
                      <a16:colId xmlns:a16="http://schemas.microsoft.com/office/drawing/2014/main" val="8005112"/>
                    </a:ext>
                  </a:extLst>
                </a:gridCol>
                <a:gridCol w="2018330">
                  <a:extLst>
                    <a:ext uri="{9D8B030D-6E8A-4147-A177-3AD203B41FA5}">
                      <a16:colId xmlns:a16="http://schemas.microsoft.com/office/drawing/2014/main" val="3144901629"/>
                    </a:ext>
                  </a:extLst>
                </a:gridCol>
              </a:tblGrid>
              <a:tr h="670738">
                <a:tc>
                  <a:txBody>
                    <a:bodyPr/>
                    <a:lstStyle/>
                    <a:p>
                      <a:pPr algn="ctr"/>
                      <a:r>
                        <a:rPr lang="en-US" sz="1600" dirty="0">
                          <a:latin typeface="+mn-lt"/>
                        </a:rPr>
                        <a:t>Test Case ID</a:t>
                      </a:r>
                    </a:p>
                  </a:txBody>
                  <a:tcPr anchor="ctr"/>
                </a:tc>
                <a:tc>
                  <a:txBody>
                    <a:bodyPr/>
                    <a:lstStyle/>
                    <a:p>
                      <a:pPr algn="ctr"/>
                      <a:r>
                        <a:rPr lang="en-US" sz="1600" dirty="0">
                          <a:latin typeface="+mn-lt"/>
                        </a:rPr>
                        <a:t>Name of Test Case</a:t>
                      </a:r>
                    </a:p>
                  </a:txBody>
                  <a:tcPr anchor="ctr"/>
                </a:tc>
                <a:tc>
                  <a:txBody>
                    <a:bodyPr/>
                    <a:lstStyle/>
                    <a:p>
                      <a:pPr algn="ctr"/>
                      <a:r>
                        <a:rPr lang="en-US" sz="1600" dirty="0">
                          <a:latin typeface="+mn-lt"/>
                        </a:rPr>
                        <a:t>Scenario</a:t>
                      </a:r>
                    </a:p>
                  </a:txBody>
                  <a:tcPr anchor="ctr"/>
                </a:tc>
                <a:tc>
                  <a:txBody>
                    <a:bodyPr/>
                    <a:lstStyle/>
                    <a:p>
                      <a:pPr algn="ctr"/>
                      <a:r>
                        <a:rPr lang="en-US" sz="1600" dirty="0">
                          <a:latin typeface="+mn-lt"/>
                        </a:rPr>
                        <a:t>Test Data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rPr>
                        <a:t>Expected Result</a:t>
                      </a:r>
                    </a:p>
                  </a:txBody>
                  <a:tcPr anchor="ctr"/>
                </a:tc>
                <a:extLst>
                  <a:ext uri="{0D108BD9-81ED-4DB2-BD59-A6C34878D82A}">
                    <a16:rowId xmlns:a16="http://schemas.microsoft.com/office/drawing/2014/main" val="2840592809"/>
                  </a:ext>
                </a:extLst>
              </a:tr>
              <a:tr h="820718">
                <a:tc>
                  <a:txBody>
                    <a:bodyPr/>
                    <a:lstStyle/>
                    <a:p>
                      <a:pPr algn="ctr"/>
                      <a:r>
                        <a:rPr lang="en-US" sz="1600" noProof="0">
                          <a:solidFill>
                            <a:srgbClr val="000000"/>
                          </a:solidFill>
                          <a:effectLst/>
                          <a:latin typeface="+mn-lt"/>
                        </a:rPr>
                        <a:t>TC-25</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UI Responsiveness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Check app responsiveness on different devices</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Device with smaller screen size</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App UI adjusts properly to screen size</a:t>
                      </a:r>
                      <a:endParaRPr lang="en-US" sz="1600" noProof="0">
                        <a:effectLst/>
                        <a:latin typeface="+mn-lt"/>
                      </a:endParaRPr>
                    </a:p>
                  </a:txBody>
                  <a:tcPr marL="38100" marR="38100" marT="38100" marB="38100" anchor="ctr"/>
                </a:tc>
                <a:extLst>
                  <a:ext uri="{0D108BD9-81ED-4DB2-BD59-A6C34878D82A}">
                    <a16:rowId xmlns:a16="http://schemas.microsoft.com/office/drawing/2014/main" val="2047892583"/>
                  </a:ext>
                </a:extLst>
              </a:tr>
              <a:tr h="1071106">
                <a:tc>
                  <a:txBody>
                    <a:bodyPr/>
                    <a:lstStyle/>
                    <a:p>
                      <a:pPr algn="ctr"/>
                      <a:r>
                        <a:rPr lang="en-US" sz="1600" noProof="0">
                          <a:solidFill>
                            <a:srgbClr val="000000"/>
                          </a:solidFill>
                          <a:effectLst/>
                          <a:latin typeface="+mn-lt"/>
                        </a:rPr>
                        <a:t>TC-26</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Background Sync</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Ensure app syncs activity data in the background</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Background app activity</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Data synced correctly even in the background</a:t>
                      </a:r>
                      <a:endParaRPr lang="en-US" sz="1600" noProof="0">
                        <a:effectLst/>
                        <a:latin typeface="+mn-lt"/>
                      </a:endParaRPr>
                    </a:p>
                  </a:txBody>
                  <a:tcPr marL="38100" marR="38100" marT="38100" marB="38100" anchor="ctr"/>
                </a:tc>
                <a:extLst>
                  <a:ext uri="{0D108BD9-81ED-4DB2-BD59-A6C34878D82A}">
                    <a16:rowId xmlns:a16="http://schemas.microsoft.com/office/drawing/2014/main" val="2765132754"/>
                  </a:ext>
                </a:extLst>
              </a:tr>
              <a:tr h="820718">
                <a:tc>
                  <a:txBody>
                    <a:bodyPr/>
                    <a:lstStyle/>
                    <a:p>
                      <a:pPr algn="ctr"/>
                      <a:r>
                        <a:rPr lang="en-US" sz="1600" noProof="0" dirty="0">
                          <a:solidFill>
                            <a:srgbClr val="000000"/>
                          </a:solidFill>
                          <a:effectLst/>
                          <a:latin typeface="+mn-lt"/>
                        </a:rPr>
                        <a:t>TC-27(?)</a:t>
                      </a:r>
                      <a:endParaRPr lang="en-US" sz="1600" noProof="0" dirty="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User Feedback</a:t>
                      </a:r>
                      <a:endParaRPr lang="en-US" sz="1600" noProof="0" dirty="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Collect user feedback</a:t>
                      </a:r>
                      <a:endParaRPr lang="en-US" sz="1600" noProof="0" dirty="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User provides feedback</a:t>
                      </a:r>
                      <a:endParaRPr lang="en-US" sz="1600" noProof="0" dirty="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Feedback submitted and stored</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78341530"/>
                  </a:ext>
                </a:extLst>
              </a:tr>
              <a:tr h="820718">
                <a:tc>
                  <a:txBody>
                    <a:bodyPr/>
                    <a:lstStyle/>
                    <a:p>
                      <a:pPr algn="ctr"/>
                      <a:r>
                        <a:rPr lang="en-US" sz="1600" noProof="0">
                          <a:solidFill>
                            <a:srgbClr val="000000"/>
                          </a:solidFill>
                          <a:effectLst/>
                          <a:latin typeface="+mn-lt"/>
                        </a:rPr>
                        <a:t>TC-28</a:t>
                      </a:r>
                      <a:endParaRPr lang="en-US" sz="1600" noProof="0">
                        <a:effectLst/>
                        <a:latin typeface="+mn-lt"/>
                      </a:endParaRPr>
                    </a:p>
                  </a:txBody>
                  <a:tcPr marL="38100" marR="38100" marT="38100" marB="38100" anchor="ctr"/>
                </a:tc>
                <a:tc>
                  <a:txBody>
                    <a:bodyPr/>
                    <a:lstStyle/>
                    <a:p>
                      <a:pPr algn="ctr"/>
                      <a:r>
                        <a:rPr lang="en-US" sz="1600" noProof="0">
                          <a:solidFill>
                            <a:srgbClr val="000000"/>
                          </a:solidFill>
                          <a:effectLst/>
                          <a:latin typeface="+mn-lt"/>
                        </a:rPr>
                        <a:t>App Performance</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Test app performance under normal usage</a:t>
                      </a:r>
                      <a:endParaRPr lang="en-US" sz="1600" noProof="0" dirty="0">
                        <a:effectLst/>
                        <a:latin typeface="+mn-lt"/>
                      </a:endParaRPr>
                    </a:p>
                  </a:txBody>
                  <a:tcPr marL="38100" marR="38100" marT="38100" marB="38100" anchor="ctr"/>
                </a:tc>
                <a:tc>
                  <a:txBody>
                    <a:bodyPr/>
                    <a:lstStyle/>
                    <a:p>
                      <a:pPr algn="ctr"/>
                      <a:r>
                        <a:rPr lang="en-US" sz="1600" noProof="0">
                          <a:solidFill>
                            <a:srgbClr val="000000"/>
                          </a:solidFill>
                          <a:effectLst/>
                          <a:latin typeface="+mn-lt"/>
                        </a:rPr>
                        <a:t>Open and use multiple features</a:t>
                      </a:r>
                      <a:endParaRPr lang="en-US" sz="1600" noProof="0">
                        <a:effectLst/>
                        <a:latin typeface="+mn-lt"/>
                      </a:endParaRPr>
                    </a:p>
                  </a:txBody>
                  <a:tcPr marL="38100" marR="38100" marT="38100" marB="38100" anchor="ctr"/>
                </a:tc>
                <a:tc>
                  <a:txBody>
                    <a:bodyPr/>
                    <a:lstStyle/>
                    <a:p>
                      <a:pPr algn="ctr"/>
                      <a:r>
                        <a:rPr lang="en-US" sz="1600" noProof="0" dirty="0">
                          <a:solidFill>
                            <a:srgbClr val="000000"/>
                          </a:solidFill>
                          <a:effectLst/>
                          <a:latin typeface="+mn-lt"/>
                        </a:rPr>
                        <a:t>App runs smoothly without lag or crash</a:t>
                      </a:r>
                      <a:endParaRPr lang="en-US" sz="1600" noProof="0" dirty="0">
                        <a:effectLst/>
                        <a:latin typeface="+mn-lt"/>
                      </a:endParaRPr>
                    </a:p>
                  </a:txBody>
                  <a:tcPr marL="38100" marR="38100" marT="38100" marB="38100" anchor="ctr"/>
                </a:tc>
                <a:extLst>
                  <a:ext uri="{0D108BD9-81ED-4DB2-BD59-A6C34878D82A}">
                    <a16:rowId xmlns:a16="http://schemas.microsoft.com/office/drawing/2014/main" val="3211937378"/>
                  </a:ext>
                </a:extLst>
              </a:tr>
            </a:tbl>
          </a:graphicData>
        </a:graphic>
      </p:graphicFrame>
    </p:spTree>
    <p:extLst>
      <p:ext uri="{BB962C8B-B14F-4D97-AF65-F5344CB8AC3E}">
        <p14:creationId xmlns:p14="http://schemas.microsoft.com/office/powerpoint/2010/main" val="3955251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1. Front-End:</a:t>
            </a:r>
            <a:r>
              <a:rPr lang="en-US" sz="1200" b="1" u="sng" kern="100" dirty="0">
                <a:effectLst/>
                <a:ea typeface="Aptos" panose="020B0004020202020204" pitchFamily="34" charset="0"/>
                <a:cs typeface="Aptos" panose="020B0004020202020204" pitchFamily="34" charset="0"/>
              </a:rPr>
              <a:t> </a:t>
            </a:r>
            <a:r>
              <a:rPr lang="en-US" sz="1200" u="sng" kern="100" dirty="0">
                <a:effectLst/>
                <a:ea typeface="Aptos" panose="020B0004020202020204" pitchFamily="34" charset="0"/>
                <a:cs typeface="Aptos" panose="020B0004020202020204" pitchFamily="34" charset="0"/>
              </a:rPr>
              <a:t>User Interface</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Technology: React Native (for cross-platform mobile app development).</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Features: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Intuitive user interface for setting, tracking, and visualizing progress on wellness goals.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Secure authentication screens for user registration and login.</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Personalized dashboards displaying daily activities, progress summaries, and relevant insights.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r>
              <a:rPr lang="en-US" sz="1200" kern="100" dirty="0">
                <a:effectLst/>
                <a:ea typeface="Aptos" panose="020B0004020202020204" pitchFamily="34" charset="0"/>
                <a:cs typeface="Aptos" panose="020B0004020202020204" pitchFamily="34" charset="0"/>
              </a:rPr>
              <a:t>Real-time notifications and reminders to enhance user engagement and motivation.</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870380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2. Back-End: Business Logic &amp; API Layer</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Technology: Node.js with Express (or Python with Django/Flask) for API development.</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Features: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User Management: Secure user registration, login, profile management, and authorization.</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Goal Management: Functionality to create, update, delete, and manage user-defined wellness goals.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Data Tracking: Secure storage and retrieval of daily activity logs, including steps, sleep duration, meditation time, heart rate, and other relevant metrics.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Business Logic: Implementation of core application logic, including calculations, data processing, and validation.</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Reporting: Generation of summarized historical data reports (weekly, monthly, custom ranges) for user review and analysis.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r>
              <a:rPr lang="en-US" sz="1200" kern="100" dirty="0">
                <a:effectLst/>
                <a:ea typeface="Aptos" panose="020B0004020202020204" pitchFamily="34" charset="0"/>
                <a:cs typeface="Aptos" panose="020B0004020202020204" pitchFamily="34" charset="0"/>
              </a:rPr>
              <a:t>Notification Triggers: Logic for triggering push notifications and reminders based on user activity, goal progress, and predefined schedules.</a:t>
            </a:r>
            <a:endParaRPr lang="tr-TR" sz="1200" kern="100" dirty="0">
              <a:effectLst/>
              <a:ea typeface="Aptos" panose="020B0004020202020204" pitchFamily="34" charset="0"/>
              <a:cs typeface="Times New Roman" panose="02020603050405020304" pitchFamily="18" charset="0"/>
            </a:endParaRPr>
          </a:p>
          <a:p>
            <a:pPr>
              <a:lnSpc>
                <a:spcPct val="107000"/>
              </a:lnSpc>
              <a:spcBef>
                <a:spcPts val="1200"/>
              </a:spcBef>
              <a:spcAft>
                <a:spcPts val="1200"/>
              </a:spcAft>
            </a:pPr>
            <a:endParaRPr lang="en-US" dirty="0"/>
          </a:p>
        </p:txBody>
      </p:sp>
    </p:spTree>
    <p:extLst>
      <p:ext uri="{BB962C8B-B14F-4D97-AF65-F5344CB8AC3E}">
        <p14:creationId xmlns:p14="http://schemas.microsoft.com/office/powerpoint/2010/main" val="23988563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3. Database: Data Storage</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Database</a:t>
            </a:r>
            <a:r>
              <a:rPr lang="en-US" sz="1200" b="1" kern="100" dirty="0">
                <a:effectLst/>
                <a:ea typeface="Aptos" panose="020B0004020202020204" pitchFamily="34" charset="0"/>
                <a:cs typeface="Aptos" panose="020B0004020202020204" pitchFamily="34" charset="0"/>
              </a:rPr>
              <a:t> </a:t>
            </a:r>
            <a:r>
              <a:rPr lang="en-US" sz="1200" kern="100" dirty="0">
                <a:effectLst/>
                <a:ea typeface="Aptos" panose="020B0004020202020204" pitchFamily="34" charset="0"/>
                <a:cs typeface="Aptos" panose="020B0004020202020204" pitchFamily="34" charset="0"/>
              </a:rPr>
              <a:t>System</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PostgreSQL: For structured data, including user profiles, goals, metrics, and relational data.</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MongoDB: For flexible storage of unstructured or semi-structured data, such as detailed activity logs, event data, and notification history.</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Features</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Efficient storage and retrieval of user data.</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Data integrity and consistency through relational database features.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Scalable storage solutions to accommodate growing data volumes.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r>
              <a:rPr lang="en-US" sz="1200" kern="100" dirty="0">
                <a:effectLst/>
                <a:ea typeface="Aptos" panose="020B0004020202020204" pitchFamily="34" charset="0"/>
                <a:cs typeface="Aptos" panose="020B0004020202020204" pitchFamily="34" charset="0"/>
              </a:rPr>
              <a:t>Indexing and optimization for fast query performance.</a:t>
            </a:r>
            <a:endParaRPr lang="tr-TR" sz="1200" kern="100" dirty="0">
              <a:effectLst/>
              <a:ea typeface="Aptos" panose="020B0004020202020204" pitchFamily="34" charset="0"/>
              <a:cs typeface="Times New Roman" panose="02020603050405020304" pitchFamily="18" charset="0"/>
            </a:endParaRPr>
          </a:p>
          <a:p>
            <a:pPr>
              <a:lnSpc>
                <a:spcPct val="107000"/>
              </a:lnSpc>
              <a:spcBef>
                <a:spcPts val="1200"/>
              </a:spcBef>
              <a:spcAft>
                <a:spcPts val="1200"/>
              </a:spcAft>
            </a:pPr>
            <a:endParaRPr lang="en-US" dirty="0"/>
          </a:p>
        </p:txBody>
      </p:sp>
    </p:spTree>
    <p:extLst>
      <p:ext uri="{BB962C8B-B14F-4D97-AF65-F5344CB8AC3E}">
        <p14:creationId xmlns:p14="http://schemas.microsoft.com/office/powerpoint/2010/main" val="2285792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4. Authentication &amp; Security</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Authentication</a:t>
            </a:r>
            <a:r>
              <a:rPr lang="en-US" sz="1200" b="1" kern="100" dirty="0">
                <a:effectLst/>
                <a:ea typeface="Aptos" panose="020B0004020202020204" pitchFamily="34" charset="0"/>
                <a:cs typeface="Aptos" panose="020B0004020202020204" pitchFamily="34" charset="0"/>
              </a:rPr>
              <a:t> </a:t>
            </a:r>
            <a:r>
              <a:rPr lang="en-US" sz="1200" kern="100" dirty="0">
                <a:effectLst/>
                <a:ea typeface="Aptos" panose="020B0004020202020204" pitchFamily="34" charset="0"/>
                <a:cs typeface="Aptos" panose="020B0004020202020204" pitchFamily="34" charset="0"/>
              </a:rPr>
              <a:t>System</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OAuth 2.0 for secure authorization and JWT (JSON Web Token) for stateless session management.</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Security Measures: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HTTPS for secure communication between client and server.</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Robust input validation and sanitization to prevent common web vulnerabilities like SQL injection and cross-site scripting (XSS).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Role-Based Access Control (RBAC) to manage user permissions and restrict access to sensitive data and functionalities.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r>
              <a:rPr lang="en-US" sz="1200" kern="100" dirty="0">
                <a:effectLst/>
                <a:ea typeface="Aptos" panose="020B0004020202020204" pitchFamily="34" charset="0"/>
                <a:cs typeface="Aptos" panose="020B0004020202020204" pitchFamily="34" charset="0"/>
              </a:rPr>
              <a:t>Secure password hashing using </a:t>
            </a:r>
            <a:r>
              <a:rPr lang="en-US" sz="1200" kern="100" dirty="0" err="1">
                <a:effectLst/>
                <a:ea typeface="Aptos" panose="020B0004020202020204" pitchFamily="34" charset="0"/>
                <a:cs typeface="Aptos" panose="020B0004020202020204" pitchFamily="34" charset="0"/>
              </a:rPr>
              <a:t>bcrypt</a:t>
            </a:r>
            <a:r>
              <a:rPr lang="en-US" sz="1200" kern="100" dirty="0">
                <a:effectLst/>
                <a:ea typeface="Aptos" panose="020B0004020202020204" pitchFamily="34" charset="0"/>
                <a:cs typeface="Aptos" panose="020B0004020202020204" pitchFamily="34" charset="0"/>
              </a:rPr>
              <a:t> or similar algorithms.</a:t>
            </a:r>
            <a:endParaRPr lang="tr-TR" sz="1200" kern="100" dirty="0">
              <a:effectLst/>
              <a:ea typeface="Aptos" panose="020B0004020202020204" pitchFamily="34" charset="0"/>
              <a:cs typeface="Times New Roman" panose="02020603050405020304" pitchFamily="18" charset="0"/>
            </a:endParaRPr>
          </a:p>
          <a:p>
            <a:pPr>
              <a:lnSpc>
                <a:spcPct val="107000"/>
              </a:lnSpc>
              <a:spcBef>
                <a:spcPts val="1200"/>
              </a:spcBef>
              <a:spcAft>
                <a:spcPts val="1200"/>
              </a:spcAft>
            </a:pPr>
            <a:endParaRPr lang="en-US" dirty="0"/>
          </a:p>
        </p:txBody>
      </p:sp>
    </p:spTree>
    <p:extLst>
      <p:ext uri="{BB962C8B-B14F-4D97-AF65-F5344CB8AC3E}">
        <p14:creationId xmlns:p14="http://schemas.microsoft.com/office/powerpoint/2010/main" val="3509332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5. Notifications System</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kern="100" dirty="0">
                <a:effectLst/>
                <a:ea typeface="Aptos" panose="020B0004020202020204" pitchFamily="34" charset="0"/>
                <a:cs typeface="Aptos" panose="020B0004020202020204" pitchFamily="34" charset="0"/>
              </a:rPr>
              <a:t>Push Notifications: Firebase Cloud Messaging (FCM) for Android and Apple Push Notification Service (APNs) for iOS to deliver timely notifications and reminders.</a:t>
            </a:r>
            <a:endParaRPr lang="tr-TR" sz="12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200" kern="100" dirty="0">
                <a:effectLst/>
                <a:ea typeface="Aptos" panose="020B0004020202020204" pitchFamily="34" charset="0"/>
                <a:cs typeface="Aptos" panose="020B0004020202020204" pitchFamily="34" charset="0"/>
              </a:rPr>
              <a:t>Notification Scheduling: Ability to schedule notifications based on user activity, goal progress, and custom preferences.</a:t>
            </a:r>
          </a:p>
        </p:txBody>
      </p:sp>
    </p:spTree>
    <p:extLst>
      <p:ext uri="{BB962C8B-B14F-4D97-AF65-F5344CB8AC3E}">
        <p14:creationId xmlns:p14="http://schemas.microsoft.com/office/powerpoint/2010/main" val="12789249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6. Reporting and Analytics</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Features: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Generation of detailed progress reports with aggregated data from the database.</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Data visualization through interactive charts and graphs using libraries like </a:t>
            </a:r>
            <a:r>
              <a:rPr lang="en-US" sz="1200" kern="100" dirty="0" err="1">
                <a:effectLst/>
                <a:ea typeface="Aptos" panose="020B0004020202020204" pitchFamily="34" charset="0"/>
                <a:cs typeface="Aptos" panose="020B0004020202020204" pitchFamily="34" charset="0"/>
              </a:rPr>
              <a:t>Chart.js</a:t>
            </a:r>
            <a:r>
              <a:rPr lang="en-US" sz="1200" kern="100" dirty="0">
                <a:effectLst/>
                <a:ea typeface="Aptos" panose="020B0004020202020204" pitchFamily="34" charset="0"/>
                <a:cs typeface="Aptos" panose="020B0004020202020204" pitchFamily="34" charset="0"/>
              </a:rPr>
              <a:t> or D3.js (if needed on the web dashboard).</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Options for exporting reports in various formats (e.g., PDF, CSV).</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None/>
            </a:pPr>
            <a:r>
              <a:rPr lang="en-US" sz="1200" kern="100" dirty="0">
                <a:effectLst/>
                <a:ea typeface="Aptos" panose="020B0004020202020204" pitchFamily="34" charset="0"/>
                <a:cs typeface="Aptos" panose="020B0004020202020204" pitchFamily="34" charset="0"/>
              </a:rPr>
              <a:t>Implementation: The back-end processes and aggregates user data, providing it through APIs to the front-end for display and visualization.</a:t>
            </a:r>
            <a:endParaRPr lang="tr-TR"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46242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7. Cloud Infrastructure</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Cloud</a:t>
            </a:r>
            <a:r>
              <a:rPr lang="en-US" sz="1200" b="1" kern="100" dirty="0">
                <a:effectLst/>
                <a:ea typeface="Aptos" panose="020B0004020202020204" pitchFamily="34" charset="0"/>
                <a:cs typeface="Aptos" panose="020B0004020202020204" pitchFamily="34" charset="0"/>
              </a:rPr>
              <a:t> </a:t>
            </a:r>
            <a:r>
              <a:rPr lang="en-US" sz="1200" kern="100" dirty="0">
                <a:effectLst/>
                <a:ea typeface="Aptos" panose="020B0004020202020204" pitchFamily="34" charset="0"/>
                <a:cs typeface="Aptos" panose="020B0004020202020204" pitchFamily="34" charset="0"/>
              </a:rPr>
              <a:t>Provider</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AWS, Azure, or Google Cloud Platform (GCP) for hosting and managing the application infrastructure.</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buNone/>
            </a:pPr>
            <a:r>
              <a:rPr lang="en-US" sz="1200" kern="100" dirty="0">
                <a:effectLst/>
                <a:ea typeface="Aptos" panose="020B0004020202020204" pitchFamily="34" charset="0"/>
                <a:cs typeface="Aptos" panose="020B0004020202020204" pitchFamily="34" charset="0"/>
              </a:rPr>
              <a:t>Services</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API Gateway for managing and securing API endpoints.</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Serverless Functions (e.g., AWS Lambda, Azure Functions, Google Cloud Functions) for executing server-side logic in a scalable and cost-effective manner.</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buNone/>
            </a:pPr>
            <a:r>
              <a:rPr lang="en-US" sz="1200" kern="100" dirty="0">
                <a:effectLst/>
                <a:ea typeface="Aptos" panose="020B0004020202020204" pitchFamily="34" charset="0"/>
                <a:cs typeface="Aptos" panose="020B0004020202020204" pitchFamily="34" charset="0"/>
              </a:rPr>
              <a:t>Managed Databases (e.g., Amazon RDS for PostgreSQL, MongoDB Atlas) for simplified database management.</a:t>
            </a:r>
            <a:endParaRPr lang="tr-TR" sz="1200" kern="100" dirty="0">
              <a:effectLst/>
              <a:ea typeface="Aptos" panose="020B0004020202020204" pitchFamily="34" charset="0"/>
              <a:cs typeface="Times New Roman" panose="02020603050405020304" pitchFamily="18" charset="0"/>
            </a:endParaRPr>
          </a:p>
          <a:p>
            <a:pPr marL="457200" lvl="1" indent="0">
              <a:lnSpc>
                <a:spcPct val="107000"/>
              </a:lnSpc>
              <a:spcAft>
                <a:spcPts val="800"/>
              </a:spcAft>
              <a:buNone/>
            </a:pPr>
            <a:r>
              <a:rPr lang="en-US" sz="1200" kern="100" dirty="0">
                <a:effectLst/>
                <a:ea typeface="Aptos" panose="020B0004020202020204" pitchFamily="34" charset="0"/>
                <a:cs typeface="Aptos" panose="020B0004020202020204" pitchFamily="34" charset="0"/>
              </a:rPr>
              <a:t>Object Storage (e.g., Amazon S3, Azure Blob Storage, Google Cloud Storage) for storing reports, user uploads, and other static assets.</a:t>
            </a:r>
            <a:endParaRPr lang="tr-TR" sz="1200" kern="100" dirty="0">
              <a:effectLst/>
              <a:ea typeface="Aptos" panose="020B0004020202020204" pitchFamily="34" charset="0"/>
              <a:cs typeface="Times New Roman" panose="02020603050405020304" pitchFamily="18" charset="0"/>
            </a:endParaRPr>
          </a:p>
          <a:p>
            <a:pPr marL="0" indent="0">
              <a:lnSpc>
                <a:spcPct val="107000"/>
              </a:lnSpc>
              <a:spcBef>
                <a:spcPts val="1200"/>
              </a:spcBef>
              <a:spcAft>
                <a:spcPts val="1200"/>
              </a:spcAft>
              <a:buNone/>
            </a:pPr>
            <a:endParaRPr lang="en-US" dirty="0"/>
          </a:p>
        </p:txBody>
      </p:sp>
    </p:spTree>
    <p:extLst>
      <p:ext uri="{BB962C8B-B14F-4D97-AF65-F5344CB8AC3E}">
        <p14:creationId xmlns:p14="http://schemas.microsoft.com/office/powerpoint/2010/main" val="248205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8. Scalability and Performance</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kern="100" dirty="0">
                <a:effectLst/>
                <a:ea typeface="Aptos" panose="020B0004020202020204" pitchFamily="34" charset="0"/>
                <a:cs typeface="Aptos" panose="020B0004020202020204" pitchFamily="34" charset="0"/>
              </a:rPr>
              <a:t>Microservices Architecture</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Decoupling application functionalities into independent microservices (e.g., authentication, user management, data processing, notifications) for improved scalability and maintainability.</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kern="100" dirty="0">
                <a:effectLst/>
                <a:ea typeface="Aptos" panose="020B0004020202020204" pitchFamily="34" charset="0"/>
                <a:cs typeface="Aptos" panose="020B0004020202020204" pitchFamily="34" charset="0"/>
              </a:rPr>
              <a:t>Load</a:t>
            </a:r>
            <a:r>
              <a:rPr lang="en-US" sz="1200" b="1" kern="100" dirty="0">
                <a:effectLst/>
                <a:ea typeface="Aptos" panose="020B0004020202020204" pitchFamily="34" charset="0"/>
                <a:cs typeface="Aptos" panose="020B0004020202020204" pitchFamily="34" charset="0"/>
              </a:rPr>
              <a:t> </a:t>
            </a:r>
            <a:r>
              <a:rPr lang="en-US" sz="1200" kern="100" dirty="0">
                <a:effectLst/>
                <a:ea typeface="Aptos" panose="020B0004020202020204" pitchFamily="34" charset="0"/>
                <a:cs typeface="Aptos" panose="020B0004020202020204" pitchFamily="34" charset="0"/>
              </a:rPr>
              <a:t>Balancing</a:t>
            </a:r>
            <a:r>
              <a:rPr lang="en-US" sz="1200" b="1" kern="100" dirty="0">
                <a:effectLst/>
                <a:ea typeface="Aptos" panose="020B0004020202020204" pitchFamily="34" charset="0"/>
                <a:cs typeface="Aptos" panose="020B0004020202020204" pitchFamily="34" charset="0"/>
              </a:rPr>
              <a:t>:</a:t>
            </a:r>
            <a:r>
              <a:rPr lang="en-US" sz="1200" kern="100" dirty="0">
                <a:effectLst/>
                <a:ea typeface="Aptos" panose="020B0004020202020204" pitchFamily="34" charset="0"/>
                <a:cs typeface="Aptos" panose="020B0004020202020204" pitchFamily="34" charset="0"/>
              </a:rPr>
              <a:t> Distributing traffic across multiple server instances to ensure high availability and responsiveness.</a:t>
            </a:r>
            <a:endParaRPr lang="tr-TR" sz="1200" kern="100" dirty="0">
              <a:effectLst/>
              <a:ea typeface="Aptos" panose="020B0004020202020204" pitchFamily="34" charset="0"/>
              <a:cs typeface="Times New Roman" panose="02020603050405020304" pitchFamily="18" charset="0"/>
            </a:endParaRPr>
          </a:p>
          <a:p>
            <a:pPr marL="0" indent="0">
              <a:lnSpc>
                <a:spcPct val="107000"/>
              </a:lnSpc>
              <a:buNone/>
            </a:pPr>
            <a:r>
              <a:rPr lang="en-US" sz="1200" kern="100" dirty="0">
                <a:effectLst/>
                <a:ea typeface="Aptos" panose="020B0004020202020204" pitchFamily="34" charset="0"/>
                <a:cs typeface="Aptos" panose="020B0004020202020204" pitchFamily="34" charset="0"/>
              </a:rPr>
              <a:t>Caching: Implementing caching mechanisms (e.g., Redis, Memcached) to store frequently accessed data and reduce database load.</a:t>
            </a:r>
            <a:endParaRPr lang="tr-TR" sz="12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en-US" sz="1200" kern="100" dirty="0">
                <a:effectLst/>
                <a:ea typeface="Aptos" panose="020B0004020202020204" pitchFamily="34" charset="0"/>
                <a:cs typeface="Aptos" panose="020B0004020202020204" pitchFamily="34" charset="0"/>
              </a:rPr>
              <a:t>Horizontal Scaling: Ability to easily scale the application by adding more server instances as the user base grows.</a:t>
            </a:r>
          </a:p>
        </p:txBody>
      </p:sp>
    </p:spTree>
    <p:extLst>
      <p:ext uri="{BB962C8B-B14F-4D97-AF65-F5344CB8AC3E}">
        <p14:creationId xmlns:p14="http://schemas.microsoft.com/office/powerpoint/2010/main" val="27667052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84A339-619E-21C3-59EA-6B20669BB07C}"/>
              </a:ext>
            </a:extLst>
          </p:cNvPr>
          <p:cNvSpPr>
            <a:spLocks noGrp="1"/>
          </p:cNvSpPr>
          <p:nvPr>
            <p:ph type="title"/>
          </p:nvPr>
        </p:nvSpPr>
        <p:spPr/>
        <p:txBody>
          <a:bodyPr/>
          <a:lstStyle/>
          <a:p>
            <a:r>
              <a:rPr lang="en-US" dirty="0"/>
              <a:t>Architecture</a:t>
            </a:r>
          </a:p>
        </p:txBody>
      </p:sp>
      <p:sp>
        <p:nvSpPr>
          <p:cNvPr id="3" name="İçerik Yer Tutucusu 2">
            <a:extLst>
              <a:ext uri="{FF2B5EF4-FFF2-40B4-BE49-F238E27FC236}">
                <a16:creationId xmlns:a16="http://schemas.microsoft.com/office/drawing/2014/main" id="{8306520D-7EC8-A0F7-8DF4-46B36E1470E4}"/>
              </a:ext>
            </a:extLst>
          </p:cNvPr>
          <p:cNvSpPr>
            <a:spLocks noGrp="1"/>
          </p:cNvSpPr>
          <p:nvPr>
            <p:ph idx="1"/>
          </p:nvPr>
        </p:nvSpPr>
        <p:spPr>
          <a:xfrm>
            <a:off x="1371600" y="2286000"/>
            <a:ext cx="9601200" cy="4339244"/>
          </a:xfrm>
        </p:spPr>
        <p:txBody>
          <a:bodyPr>
            <a:normAutofit/>
          </a:bodyPr>
          <a:lstStyle/>
          <a:p>
            <a:pPr marL="0" indent="0">
              <a:lnSpc>
                <a:spcPct val="107000"/>
              </a:lnSpc>
              <a:spcBef>
                <a:spcPts val="1200"/>
              </a:spcBef>
              <a:spcAft>
                <a:spcPts val="1200"/>
              </a:spcAft>
              <a:buNone/>
            </a:pPr>
            <a:r>
              <a:rPr lang="en-US" sz="1200" u="sng" kern="100" dirty="0">
                <a:effectLst/>
                <a:ea typeface="Aptos" panose="020B0004020202020204" pitchFamily="34" charset="0"/>
                <a:cs typeface="Aptos" panose="020B0004020202020204" pitchFamily="34" charset="0"/>
              </a:rPr>
              <a:t>9. Monitoring and Maintenance</a:t>
            </a:r>
            <a:endParaRPr lang="tr-TR" sz="1200" kern="100" dirty="0">
              <a:effectLst/>
              <a:ea typeface="Aptos" panose="020B0004020202020204" pitchFamily="34" charset="0"/>
              <a:cs typeface="Times New Roman" panose="02020603050405020304" pitchFamily="18" charset="0"/>
            </a:endParaRPr>
          </a:p>
          <a:p>
            <a:pPr marL="0" lvl="0" indent="0">
              <a:lnSpc>
                <a:spcPct val="107000"/>
              </a:lnSpc>
              <a:spcAft>
                <a:spcPts val="800"/>
              </a:spcAft>
              <a:buNone/>
            </a:pPr>
            <a:r>
              <a:rPr lang="en-US" sz="1200" kern="100" dirty="0">
                <a:effectLst/>
                <a:ea typeface="Aptos" panose="020B0004020202020204" pitchFamily="34" charset="0"/>
                <a:cs typeface="Aptos" panose="020B0004020202020204" pitchFamily="34" charset="0"/>
              </a:rPr>
              <a:t>Monitoring Tools: Integration with monitoring tools (e.g., New Relic, Datadog, Prometheus) for real-time performance monitoring, alerting, and issue tracking.</a:t>
            </a:r>
            <a:endParaRPr lang="tr-TR" sz="1200" kern="100" dirty="0">
              <a:effectLst/>
              <a:ea typeface="Aptos" panose="020B0004020202020204" pitchFamily="34" charset="0"/>
              <a:cs typeface="Times New Roman" panose="02020603050405020304" pitchFamily="18" charset="0"/>
            </a:endParaRPr>
          </a:p>
          <a:p>
            <a:pPr marL="0" indent="0">
              <a:buNone/>
            </a:pPr>
            <a:r>
              <a:rPr lang="en-US" sz="1200" dirty="0">
                <a:effectLst/>
                <a:ea typeface="Aptos" panose="020B0004020202020204" pitchFamily="34" charset="0"/>
                <a:cs typeface="Aptos" panose="020B0004020202020204" pitchFamily="34" charset="0"/>
              </a:rPr>
              <a:t>Logging: Centralized logging using tools like ELK stack (Elasticsearch, Logstash, Kibana) or cloud-native logging services for efficient log management and analysis</a:t>
            </a:r>
            <a:r>
              <a:rPr lang="tr-TR" sz="1200" dirty="0">
                <a:ea typeface="Aptos" panose="020B0004020202020204" pitchFamily="34" charset="0"/>
                <a:cs typeface="Aptos" panose="020B0004020202020204" pitchFamily="34" charset="0"/>
              </a:rPr>
              <a:t>.</a:t>
            </a:r>
            <a:endParaRPr lang="en-US" sz="1200" dirty="0"/>
          </a:p>
        </p:txBody>
      </p:sp>
    </p:spTree>
    <p:extLst>
      <p:ext uri="{BB962C8B-B14F-4D97-AF65-F5344CB8AC3E}">
        <p14:creationId xmlns:p14="http://schemas.microsoft.com/office/powerpoint/2010/main" val="1836359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8ADB59-129D-EEA8-53DF-9B14687600AD}"/>
              </a:ext>
            </a:extLst>
          </p:cNvPr>
          <p:cNvSpPr>
            <a:spLocks noGrp="1"/>
          </p:cNvSpPr>
          <p:nvPr>
            <p:ph type="title"/>
          </p:nvPr>
        </p:nvSpPr>
        <p:spPr/>
        <p:txBody>
          <a:bodyPr/>
          <a:lstStyle/>
          <a:p>
            <a:r>
              <a:rPr lang="en-US" dirty="0"/>
              <a:t>Feasibility</a:t>
            </a:r>
          </a:p>
        </p:txBody>
      </p:sp>
      <p:sp>
        <p:nvSpPr>
          <p:cNvPr id="3" name="İçerik Yer Tutucusu 2">
            <a:extLst>
              <a:ext uri="{FF2B5EF4-FFF2-40B4-BE49-F238E27FC236}">
                <a16:creationId xmlns:a16="http://schemas.microsoft.com/office/drawing/2014/main" id="{36DC220C-7128-0FB0-08F1-4EEEC71CB941}"/>
              </a:ext>
            </a:extLst>
          </p:cNvPr>
          <p:cNvSpPr>
            <a:spLocks noGrp="1"/>
          </p:cNvSpPr>
          <p:nvPr>
            <p:ph idx="1"/>
          </p:nvPr>
        </p:nvSpPr>
        <p:spPr/>
        <p:txBody>
          <a:bodyPr/>
          <a:lstStyle/>
          <a:p>
            <a:r>
              <a:rPr lang="en-US" dirty="0"/>
              <a:t>With this persistent development, application will be released in 6 months.</a:t>
            </a:r>
          </a:p>
          <a:p>
            <a:r>
              <a:rPr lang="en-US" dirty="0"/>
              <a:t>In 8 months after initial release, it is expected to have more than 25,000 users worldwide.</a:t>
            </a:r>
          </a:p>
          <a:p>
            <a:r>
              <a:rPr lang="en-US" dirty="0"/>
              <a:t>It is planned to be free in presented features, but a $4 monthly subscription will be added with next updates which has an AI Coach, leaderboards, and extra helpful features. With this features it is expected to double the user number.</a:t>
            </a:r>
          </a:p>
          <a:p>
            <a:r>
              <a:rPr lang="en-US" dirty="0"/>
              <a:t>7-day trial premium will be given to the users if a 300,000 or 360,000 steps/month is achieved. With this supportive feature it is expected to encourage more users to actively use our application and share with others.</a:t>
            </a:r>
          </a:p>
        </p:txBody>
      </p:sp>
    </p:spTree>
    <p:extLst>
      <p:ext uri="{BB962C8B-B14F-4D97-AF65-F5344CB8AC3E}">
        <p14:creationId xmlns:p14="http://schemas.microsoft.com/office/powerpoint/2010/main" val="1747574915"/>
      </p:ext>
    </p:extLst>
  </p:cSld>
  <p:clrMapOvr>
    <a:masterClrMapping/>
  </p:clrMapOvr>
</p:sld>
</file>

<file path=ppt/theme/theme1.xml><?xml version="1.0" encoding="utf-8"?>
<a:theme xmlns:a="http://schemas.openxmlformats.org/drawingml/2006/main" name="Kırpma">
  <a:themeElements>
    <a:clrScheme name="Kırpma">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Kırpma">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ırpma">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{95AF2416-335E-B84E-AE07-F08F37705EC5}tf10001072</Template>
  <TotalTime>547</TotalTime>
  <Words>7987</Words>
  <Application>Microsoft Macintosh PowerPoint</Application>
  <PresentationFormat>Geniş ekran</PresentationFormat>
  <Paragraphs>824</Paragraphs>
  <Slides>70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70</vt:i4>
      </vt:variant>
    </vt:vector>
  </HeadingPairs>
  <TitlesOfParts>
    <vt:vector size="75" baseType="lpstr">
      <vt:lpstr>Aptos</vt:lpstr>
      <vt:lpstr>Arial</vt:lpstr>
      <vt:lpstr>Franklin Gothic Book</vt:lpstr>
      <vt:lpstr>Wingdings</vt:lpstr>
      <vt:lpstr>Kırpma</vt:lpstr>
      <vt:lpstr>VALOMENTA</vt:lpstr>
      <vt:lpstr>Introduction</vt:lpstr>
      <vt:lpstr>Work Breakdown Structure</vt:lpstr>
      <vt:lpstr>Risks</vt:lpstr>
      <vt:lpstr>Contingency Plans for Risks</vt:lpstr>
      <vt:lpstr>Functional Requirements</vt:lpstr>
      <vt:lpstr>Functional Requirements</vt:lpstr>
      <vt:lpstr>Non-Functional Requirements</vt:lpstr>
      <vt:lpstr>Non-Functional Requirements</vt:lpstr>
      <vt:lpstr>Functional Requirements</vt:lpstr>
      <vt:lpstr>Functional Requirements</vt:lpstr>
      <vt:lpstr>Functional Requirements</vt:lpstr>
      <vt:lpstr>Functional Requirements</vt:lpstr>
      <vt:lpstr>Functional Requirements</vt:lpstr>
      <vt:lpstr>Functional Requirements</vt:lpstr>
      <vt:lpstr>Non-Functional Requirements</vt:lpstr>
      <vt:lpstr>Non-Functional Requirements</vt:lpstr>
      <vt:lpstr>Non-Functional Requirements</vt:lpstr>
      <vt:lpstr>Non-Functional Requirements</vt:lpstr>
      <vt:lpstr>Non-Functional Requirements</vt:lpstr>
      <vt:lpstr>Functional &amp; Non-Functional Requirements</vt:lpstr>
      <vt:lpstr>Functional &amp; Non-Functional Requirements</vt:lpstr>
      <vt:lpstr>Functional &amp; Non-Functional Requirements</vt:lpstr>
      <vt:lpstr>Functional &amp; Non-Functional Requirements</vt:lpstr>
      <vt:lpstr>Functional &amp; Non-Functional Requirements</vt:lpstr>
      <vt:lpstr>Functional &amp; Non-Functional Requirements</vt:lpstr>
      <vt:lpstr>Functional &amp; Non-Functional Requirements</vt:lpstr>
      <vt:lpstr>Functional &amp; Non-Functional Requirements</vt:lpstr>
      <vt:lpstr>Functional Requirements</vt:lpstr>
      <vt:lpstr>Functional Requirements</vt:lpstr>
      <vt:lpstr>Functional Requirements</vt:lpstr>
      <vt:lpstr>Functional Requirements</vt:lpstr>
      <vt:lpstr>Functional Requirements</vt:lpstr>
      <vt:lpstr>Functional Requirements</vt:lpstr>
      <vt:lpstr>Non-Functional Requirements</vt:lpstr>
      <vt:lpstr>Non-Functional Requirements</vt:lpstr>
      <vt:lpstr>Non-Functional Requirements</vt:lpstr>
      <vt:lpstr>Design</vt:lpstr>
      <vt:lpstr>Design</vt:lpstr>
      <vt:lpstr>Use Cases</vt:lpstr>
      <vt:lpstr>Use Cases</vt:lpstr>
      <vt:lpstr>Use Cases</vt:lpstr>
      <vt:lpstr>Use Cases</vt:lpstr>
      <vt:lpstr>Use Cases</vt:lpstr>
      <vt:lpstr>Use Cases</vt:lpstr>
      <vt:lpstr>Use Cases</vt:lpstr>
      <vt:lpstr>Use Cases</vt:lpstr>
      <vt:lpstr>Use Cases</vt:lpstr>
      <vt:lpstr>Use Cases</vt:lpstr>
      <vt:lpstr>Use Cases</vt:lpstr>
      <vt:lpstr>Use Cases</vt:lpstr>
      <vt:lpstr>Use Cases</vt:lpstr>
      <vt:lpstr>Use Cases</vt:lpstr>
      <vt:lpstr>Test Cases</vt:lpstr>
      <vt:lpstr>Test Cases</vt:lpstr>
      <vt:lpstr>Test Cases</vt:lpstr>
      <vt:lpstr>Test Cases</vt:lpstr>
      <vt:lpstr>Test Cases</vt:lpstr>
      <vt:lpstr>Test Cases</vt:lpstr>
      <vt:lpstr>Test Cases</vt:lpstr>
      <vt:lpstr>Architecture</vt:lpstr>
      <vt:lpstr>Architecture</vt:lpstr>
      <vt:lpstr>Architecture</vt:lpstr>
      <vt:lpstr>Architecture</vt:lpstr>
      <vt:lpstr>Architecture</vt:lpstr>
      <vt:lpstr>Architecture</vt:lpstr>
      <vt:lpstr>Architecture</vt:lpstr>
      <vt:lpstr>Architecture</vt:lpstr>
      <vt:lpstr>Architecture</vt:lpstr>
      <vt:lpstr>Feasibility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wellness app)</dc:title>
  <dc:creator>Burak Demirci</dc:creator>
  <cp:lastModifiedBy>BURAK DEMİRCİ</cp:lastModifiedBy>
  <cp:revision>45</cp:revision>
  <dcterms:created xsi:type="dcterms:W3CDTF">2024-12-15T10:53:16Z</dcterms:created>
  <dcterms:modified xsi:type="dcterms:W3CDTF">2026-07-04T07:14:18Z</dcterms:modified>
</cp:coreProperties>
</file>